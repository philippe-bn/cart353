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56" r:id="rId5"/>
    <p:sldId id="257" r:id="rId6"/>
    <p:sldId id="262" r:id="rId7"/>
    <p:sldId id="258" r:id="rId8"/>
    <p:sldId id="259" r:id="rId9"/>
    <p:sldId id="264" r:id="rId10"/>
    <p:sldId id="263" r:id="rId11"/>
    <p:sldId id="260" r:id="rId12"/>
    <p:sldId id="261"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F0E8A1-5135-4CC4-941D-3D52E1612B84}" v="30" dt="2026-09-30T04:43:18.6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85" d="100"/>
          <a:sy n="85" d="100"/>
        </p:scale>
        <p:origin x="38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ippe Beauchemin" userId="e5e86af9-37b1-4ddc-9ef0-c37142288553" providerId="ADAL" clId="{9C651B98-DE61-47DA-87AB-17CC58BA7927}"/>
    <pc:docChg chg="undo custSel addSld delSld modSld">
      <pc:chgData name="Philippe Beauchemin" userId="e5e86af9-37b1-4ddc-9ef0-c37142288553" providerId="ADAL" clId="{9C651B98-DE61-47DA-87AB-17CC58BA7927}" dt="2026-09-30T04:48:49.885" v="1559" actId="113"/>
      <pc:docMkLst>
        <pc:docMk/>
      </pc:docMkLst>
      <pc:sldChg chg="addSp modSp mod">
        <pc:chgData name="Philippe Beauchemin" userId="e5e86af9-37b1-4ddc-9ef0-c37142288553" providerId="ADAL" clId="{9C651B98-DE61-47DA-87AB-17CC58BA7927}" dt="2026-09-30T04:41:17.055" v="1484" actId="167"/>
        <pc:sldMkLst>
          <pc:docMk/>
          <pc:sldMk cId="730473166" sldId="256"/>
        </pc:sldMkLst>
        <pc:spChg chg="mod">
          <ac:chgData name="Philippe Beauchemin" userId="e5e86af9-37b1-4ddc-9ef0-c37142288553" providerId="ADAL" clId="{9C651B98-DE61-47DA-87AB-17CC58BA7927}" dt="2026-09-30T03:50:19.269" v="0" actId="2711"/>
          <ac:spMkLst>
            <pc:docMk/>
            <pc:sldMk cId="730473166" sldId="256"/>
            <ac:spMk id="2" creationId="{8AA976D7-8CA1-A3A1-65D1-110362B4E4EC}"/>
          </ac:spMkLst>
        </pc:spChg>
        <pc:spChg chg="mod">
          <ac:chgData name="Philippe Beauchemin" userId="e5e86af9-37b1-4ddc-9ef0-c37142288553" providerId="ADAL" clId="{9C651B98-DE61-47DA-87AB-17CC58BA7927}" dt="2026-09-30T03:50:24.267" v="1" actId="2711"/>
          <ac:spMkLst>
            <pc:docMk/>
            <pc:sldMk cId="730473166" sldId="256"/>
            <ac:spMk id="3" creationId="{9BE3E903-42A1-7BEC-30B2-333D15CC121F}"/>
          </ac:spMkLst>
        </pc:spChg>
        <pc:picChg chg="add mod ord modCrop">
          <ac:chgData name="Philippe Beauchemin" userId="e5e86af9-37b1-4ddc-9ef0-c37142288553" providerId="ADAL" clId="{9C651B98-DE61-47DA-87AB-17CC58BA7927}" dt="2026-09-30T04:41:17.055" v="1484" actId="167"/>
          <ac:picMkLst>
            <pc:docMk/>
            <pc:sldMk cId="730473166" sldId="256"/>
            <ac:picMk id="5" creationId="{F425477D-2600-2F40-B3BF-C08F7DA8A931}"/>
          </ac:picMkLst>
        </pc:picChg>
      </pc:sldChg>
      <pc:sldChg chg="addSp delSp modSp new mod">
        <pc:chgData name="Philippe Beauchemin" userId="e5e86af9-37b1-4ddc-9ef0-c37142288553" providerId="ADAL" clId="{9C651B98-DE61-47DA-87AB-17CC58BA7927}" dt="2026-09-30T04:41:56.154" v="1486" actId="208"/>
        <pc:sldMkLst>
          <pc:docMk/>
          <pc:sldMk cId="356855694" sldId="257"/>
        </pc:sldMkLst>
        <pc:spChg chg="add del mod">
          <ac:chgData name="Philippe Beauchemin" userId="e5e86af9-37b1-4ddc-9ef0-c37142288553" providerId="ADAL" clId="{9C651B98-DE61-47DA-87AB-17CC58BA7927}" dt="2026-09-30T03:51:20.868" v="30" actId="2711"/>
          <ac:spMkLst>
            <pc:docMk/>
            <pc:sldMk cId="356855694" sldId="257"/>
            <ac:spMk id="2" creationId="{CC6223E8-6F4B-6B12-3672-01E242C25F18}"/>
          </ac:spMkLst>
        </pc:spChg>
        <pc:spChg chg="mod">
          <ac:chgData name="Philippe Beauchemin" userId="e5e86af9-37b1-4ddc-9ef0-c37142288553" providerId="ADAL" clId="{9C651B98-DE61-47DA-87AB-17CC58BA7927}" dt="2026-09-30T04:01:59.363" v="151" actId="20577"/>
          <ac:spMkLst>
            <pc:docMk/>
            <pc:sldMk cId="356855694" sldId="257"/>
            <ac:spMk id="3" creationId="{992265B7-C2F5-5B6C-44BC-9BDE52500CE3}"/>
          </ac:spMkLst>
        </pc:spChg>
        <pc:cxnChg chg="add mod">
          <ac:chgData name="Philippe Beauchemin" userId="e5e86af9-37b1-4ddc-9ef0-c37142288553" providerId="ADAL" clId="{9C651B98-DE61-47DA-87AB-17CC58BA7927}" dt="2026-09-30T04:41:56.154" v="1486" actId="208"/>
          <ac:cxnSpMkLst>
            <pc:docMk/>
            <pc:sldMk cId="356855694" sldId="257"/>
            <ac:cxnSpMk id="5" creationId="{BF6EAD6B-ECA2-5E51-BB13-5342BF27952E}"/>
          </ac:cxnSpMkLst>
        </pc:cxnChg>
      </pc:sldChg>
      <pc:sldChg chg="addSp delSp modSp new del mod">
        <pc:chgData name="Philippe Beauchemin" userId="e5e86af9-37b1-4ddc-9ef0-c37142288553" providerId="ADAL" clId="{9C651B98-DE61-47DA-87AB-17CC58BA7927}" dt="2026-09-30T03:51:10.789" v="14" actId="680"/>
        <pc:sldMkLst>
          <pc:docMk/>
          <pc:sldMk cId="1136121865" sldId="258"/>
        </pc:sldMkLst>
        <pc:spChg chg="add del">
          <ac:chgData name="Philippe Beauchemin" userId="e5e86af9-37b1-4ddc-9ef0-c37142288553" providerId="ADAL" clId="{9C651B98-DE61-47DA-87AB-17CC58BA7927}" dt="2026-09-30T03:51:08.884" v="13" actId="478"/>
          <ac:spMkLst>
            <pc:docMk/>
            <pc:sldMk cId="1136121865" sldId="258"/>
            <ac:spMk id="2" creationId="{9741586E-5FA6-3FCF-416B-A36C365F8FF1}"/>
          </ac:spMkLst>
        </pc:spChg>
        <pc:spChg chg="mod">
          <ac:chgData name="Philippe Beauchemin" userId="e5e86af9-37b1-4ddc-9ef0-c37142288553" providerId="ADAL" clId="{9C651B98-DE61-47DA-87AB-17CC58BA7927}" dt="2026-09-30T03:51:08.371" v="12" actId="5793"/>
          <ac:spMkLst>
            <pc:docMk/>
            <pc:sldMk cId="1136121865" sldId="258"/>
            <ac:spMk id="3" creationId="{59C448C0-83B8-3A9C-3683-3FB1C87D829D}"/>
          </ac:spMkLst>
        </pc:spChg>
      </pc:sldChg>
      <pc:sldChg chg="modSp new mod">
        <pc:chgData name="Philippe Beauchemin" userId="e5e86af9-37b1-4ddc-9ef0-c37142288553" providerId="ADAL" clId="{9C651B98-DE61-47DA-87AB-17CC58BA7927}" dt="2026-09-30T04:43:49.920" v="1500" actId="403"/>
        <pc:sldMkLst>
          <pc:docMk/>
          <pc:sldMk cId="3724082116" sldId="258"/>
        </pc:sldMkLst>
        <pc:spChg chg="mod">
          <ac:chgData name="Philippe Beauchemin" userId="e5e86af9-37b1-4ddc-9ef0-c37142288553" providerId="ADAL" clId="{9C651B98-DE61-47DA-87AB-17CC58BA7927}" dt="2026-09-30T03:52:21.222" v="41" actId="2711"/>
          <ac:spMkLst>
            <pc:docMk/>
            <pc:sldMk cId="3724082116" sldId="258"/>
            <ac:spMk id="2" creationId="{995BE456-67DA-7E2D-C2F9-EFE3D53282B0}"/>
          </ac:spMkLst>
        </pc:spChg>
        <pc:spChg chg="mod">
          <ac:chgData name="Philippe Beauchemin" userId="e5e86af9-37b1-4ddc-9ef0-c37142288553" providerId="ADAL" clId="{9C651B98-DE61-47DA-87AB-17CC58BA7927}" dt="2026-09-30T04:43:49.920" v="1500" actId="403"/>
          <ac:spMkLst>
            <pc:docMk/>
            <pc:sldMk cId="3724082116" sldId="258"/>
            <ac:spMk id="3" creationId="{061BA24C-E19E-3BF4-4144-355791702CDA}"/>
          </ac:spMkLst>
        </pc:spChg>
      </pc:sldChg>
      <pc:sldChg chg="addSp delSp modSp new mod delAnim modAnim modNotesTx">
        <pc:chgData name="Philippe Beauchemin" userId="e5e86af9-37b1-4ddc-9ef0-c37142288553" providerId="ADAL" clId="{9C651B98-DE61-47DA-87AB-17CC58BA7927}" dt="2026-09-30T04:45:59.928" v="1545" actId="1076"/>
        <pc:sldMkLst>
          <pc:docMk/>
          <pc:sldMk cId="3682615204" sldId="259"/>
        </pc:sldMkLst>
        <pc:spChg chg="mod">
          <ac:chgData name="Philippe Beauchemin" userId="e5e86af9-37b1-4ddc-9ef0-c37142288553" providerId="ADAL" clId="{9C651B98-DE61-47DA-87AB-17CC58BA7927}" dt="2026-09-30T03:52:28.512" v="45" actId="113"/>
          <ac:spMkLst>
            <pc:docMk/>
            <pc:sldMk cId="3682615204" sldId="259"/>
            <ac:spMk id="2" creationId="{5F288253-9E1C-DDAD-DE7E-8FA96DC57498}"/>
          </ac:spMkLst>
        </pc:spChg>
        <pc:spChg chg="mod">
          <ac:chgData name="Philippe Beauchemin" userId="e5e86af9-37b1-4ddc-9ef0-c37142288553" providerId="ADAL" clId="{9C651B98-DE61-47DA-87AB-17CC58BA7927}" dt="2026-09-30T04:24:45.418" v="1029" actId="20577"/>
          <ac:spMkLst>
            <pc:docMk/>
            <pc:sldMk cId="3682615204" sldId="259"/>
            <ac:spMk id="3" creationId="{7688B30A-75DE-D2B1-A349-4713E9E4D40E}"/>
          </ac:spMkLst>
        </pc:spChg>
        <pc:spChg chg="add del mod">
          <ac:chgData name="Philippe Beauchemin" userId="e5e86af9-37b1-4ddc-9ef0-c37142288553" providerId="ADAL" clId="{9C651B98-DE61-47DA-87AB-17CC58BA7927}" dt="2026-09-30T04:12:52.926" v="518" actId="21"/>
          <ac:spMkLst>
            <pc:docMk/>
            <pc:sldMk cId="3682615204" sldId="259"/>
            <ac:spMk id="5" creationId="{50B009F4-9002-897B-537D-571B0F27362C}"/>
          </ac:spMkLst>
        </pc:spChg>
        <pc:spChg chg="add mod">
          <ac:chgData name="Philippe Beauchemin" userId="e5e86af9-37b1-4ddc-9ef0-c37142288553" providerId="ADAL" clId="{9C651B98-DE61-47DA-87AB-17CC58BA7927}" dt="2026-09-30T04:45:59.928" v="1545" actId="1076"/>
          <ac:spMkLst>
            <pc:docMk/>
            <pc:sldMk cId="3682615204" sldId="259"/>
            <ac:spMk id="9" creationId="{56BEBDD7-B899-6FC9-9AC9-474B7DFF40CE}"/>
          </ac:spMkLst>
        </pc:spChg>
        <pc:picChg chg="add del mod">
          <ac:chgData name="Philippe Beauchemin" userId="e5e86af9-37b1-4ddc-9ef0-c37142288553" providerId="ADAL" clId="{9C651B98-DE61-47DA-87AB-17CC58BA7927}" dt="2026-09-30T04:13:27.594" v="523" actId="478"/>
          <ac:picMkLst>
            <pc:docMk/>
            <pc:sldMk cId="3682615204" sldId="259"/>
            <ac:picMk id="6" creationId="{02F5F2C5-5323-27C1-0644-B03DE5358CF6}"/>
          </ac:picMkLst>
        </pc:picChg>
        <pc:picChg chg="add del mod">
          <ac:chgData name="Philippe Beauchemin" userId="e5e86af9-37b1-4ddc-9ef0-c37142288553" providerId="ADAL" clId="{9C651B98-DE61-47DA-87AB-17CC58BA7927}" dt="2026-09-30T04:14:56.031" v="546" actId="478"/>
          <ac:picMkLst>
            <pc:docMk/>
            <pc:sldMk cId="3682615204" sldId="259"/>
            <ac:picMk id="7" creationId="{1CC00274-C14A-683F-D6A3-A4DFA9563698}"/>
          </ac:picMkLst>
        </pc:picChg>
      </pc:sldChg>
      <pc:sldChg chg="modSp new mod">
        <pc:chgData name="Philippe Beauchemin" userId="e5e86af9-37b1-4ddc-9ef0-c37142288553" providerId="ADAL" clId="{9C651B98-DE61-47DA-87AB-17CC58BA7927}" dt="2026-09-30T04:27:10.963" v="1157" actId="404"/>
        <pc:sldMkLst>
          <pc:docMk/>
          <pc:sldMk cId="1767799056" sldId="260"/>
        </pc:sldMkLst>
        <pc:spChg chg="mod">
          <ac:chgData name="Philippe Beauchemin" userId="e5e86af9-37b1-4ddc-9ef0-c37142288553" providerId="ADAL" clId="{9C651B98-DE61-47DA-87AB-17CC58BA7927}" dt="2026-09-30T03:52:35.111" v="47" actId="2711"/>
          <ac:spMkLst>
            <pc:docMk/>
            <pc:sldMk cId="1767799056" sldId="260"/>
            <ac:spMk id="2" creationId="{4D666CBB-AC4D-82D2-C57B-BF83D8014E9A}"/>
          </ac:spMkLst>
        </pc:spChg>
        <pc:spChg chg="mod">
          <ac:chgData name="Philippe Beauchemin" userId="e5e86af9-37b1-4ddc-9ef0-c37142288553" providerId="ADAL" clId="{9C651B98-DE61-47DA-87AB-17CC58BA7927}" dt="2026-09-30T04:27:10.963" v="1157" actId="404"/>
          <ac:spMkLst>
            <pc:docMk/>
            <pc:sldMk cId="1767799056" sldId="260"/>
            <ac:spMk id="3" creationId="{F17C2BC4-8A19-9CD8-B974-BF3C4E0AC06B}"/>
          </ac:spMkLst>
        </pc:spChg>
      </pc:sldChg>
      <pc:sldChg chg="modSp new mod">
        <pc:chgData name="Philippe Beauchemin" userId="e5e86af9-37b1-4ddc-9ef0-c37142288553" providerId="ADAL" clId="{9C651B98-DE61-47DA-87AB-17CC58BA7927}" dt="2026-09-30T04:45:17.246" v="1541" actId="20577"/>
        <pc:sldMkLst>
          <pc:docMk/>
          <pc:sldMk cId="1509186971" sldId="261"/>
        </pc:sldMkLst>
        <pc:spChg chg="mod">
          <ac:chgData name="Philippe Beauchemin" userId="e5e86af9-37b1-4ddc-9ef0-c37142288553" providerId="ADAL" clId="{9C651B98-DE61-47DA-87AB-17CC58BA7927}" dt="2026-09-30T03:52:42.539" v="49" actId="2711"/>
          <ac:spMkLst>
            <pc:docMk/>
            <pc:sldMk cId="1509186971" sldId="261"/>
            <ac:spMk id="2" creationId="{3AFE913F-0833-6B72-626F-E8C5BE44C904}"/>
          </ac:spMkLst>
        </pc:spChg>
        <pc:spChg chg="mod">
          <ac:chgData name="Philippe Beauchemin" userId="e5e86af9-37b1-4ddc-9ef0-c37142288553" providerId="ADAL" clId="{9C651B98-DE61-47DA-87AB-17CC58BA7927}" dt="2026-09-30T04:45:17.246" v="1541" actId="20577"/>
          <ac:spMkLst>
            <pc:docMk/>
            <pc:sldMk cId="1509186971" sldId="261"/>
            <ac:spMk id="3" creationId="{0CFF1C62-34C5-A48A-21AF-8F926F802AF5}"/>
          </ac:spMkLst>
        </pc:spChg>
      </pc:sldChg>
      <pc:sldChg chg="delSp modSp new mod">
        <pc:chgData name="Philippe Beauchemin" userId="e5e86af9-37b1-4ddc-9ef0-c37142288553" providerId="ADAL" clId="{9C651B98-DE61-47DA-87AB-17CC58BA7927}" dt="2026-09-30T04:03:49.043" v="162" actId="113"/>
        <pc:sldMkLst>
          <pc:docMk/>
          <pc:sldMk cId="3039025821" sldId="262"/>
        </pc:sldMkLst>
        <pc:spChg chg="del">
          <ac:chgData name="Philippe Beauchemin" userId="e5e86af9-37b1-4ddc-9ef0-c37142288553" providerId="ADAL" clId="{9C651B98-DE61-47DA-87AB-17CC58BA7927}" dt="2026-09-30T04:02:05.334" v="153" actId="478"/>
          <ac:spMkLst>
            <pc:docMk/>
            <pc:sldMk cId="3039025821" sldId="262"/>
            <ac:spMk id="2" creationId="{E0287A29-52DE-181C-0E74-0D3224052B6E}"/>
          </ac:spMkLst>
        </pc:spChg>
        <pc:spChg chg="mod">
          <ac:chgData name="Philippe Beauchemin" userId="e5e86af9-37b1-4ddc-9ef0-c37142288553" providerId="ADAL" clId="{9C651B98-DE61-47DA-87AB-17CC58BA7927}" dt="2026-09-30T04:03:49.043" v="162" actId="113"/>
          <ac:spMkLst>
            <pc:docMk/>
            <pc:sldMk cId="3039025821" sldId="262"/>
            <ac:spMk id="3" creationId="{7A3F66EB-204D-A148-A328-BFFCA5048CBA}"/>
          </ac:spMkLst>
        </pc:spChg>
      </pc:sldChg>
      <pc:sldChg chg="addSp delSp modSp new mod">
        <pc:chgData name="Philippe Beauchemin" userId="e5e86af9-37b1-4ddc-9ef0-c37142288553" providerId="ADAL" clId="{9C651B98-DE61-47DA-87AB-17CC58BA7927}" dt="2026-09-30T04:21:34.033" v="708" actId="115"/>
        <pc:sldMkLst>
          <pc:docMk/>
          <pc:sldMk cId="2694901116" sldId="263"/>
        </pc:sldMkLst>
        <pc:spChg chg="del">
          <ac:chgData name="Philippe Beauchemin" userId="e5e86af9-37b1-4ddc-9ef0-c37142288553" providerId="ADAL" clId="{9C651B98-DE61-47DA-87AB-17CC58BA7927}" dt="2026-09-30T04:09:46.638" v="475" actId="478"/>
          <ac:spMkLst>
            <pc:docMk/>
            <pc:sldMk cId="2694901116" sldId="263"/>
            <ac:spMk id="2" creationId="{8A07011D-146C-A54A-3EDB-16C3F50C175E}"/>
          </ac:spMkLst>
        </pc:spChg>
        <pc:spChg chg="mod">
          <ac:chgData name="Philippe Beauchemin" userId="e5e86af9-37b1-4ddc-9ef0-c37142288553" providerId="ADAL" clId="{9C651B98-DE61-47DA-87AB-17CC58BA7927}" dt="2026-09-30T04:21:34.033" v="708" actId="115"/>
          <ac:spMkLst>
            <pc:docMk/>
            <pc:sldMk cId="2694901116" sldId="263"/>
            <ac:spMk id="3" creationId="{EE322DF1-59B1-013A-0D79-63E0192F011E}"/>
          </ac:spMkLst>
        </pc:spChg>
        <pc:spChg chg="add mod">
          <ac:chgData name="Philippe Beauchemin" userId="e5e86af9-37b1-4ddc-9ef0-c37142288553" providerId="ADAL" clId="{9C651B98-DE61-47DA-87AB-17CC58BA7927}" dt="2026-09-30T04:15:59.153" v="567" actId="1076"/>
          <ac:spMkLst>
            <pc:docMk/>
            <pc:sldMk cId="2694901116" sldId="263"/>
            <ac:spMk id="5" creationId="{A4CF30FB-A455-3F89-1458-FCB248D28C81}"/>
          </ac:spMkLst>
        </pc:spChg>
      </pc:sldChg>
      <pc:sldChg chg="addSp delSp modSp new mod modAnim">
        <pc:chgData name="Philippe Beauchemin" userId="e5e86af9-37b1-4ddc-9ef0-c37142288553" providerId="ADAL" clId="{9C651B98-DE61-47DA-87AB-17CC58BA7927}" dt="2026-09-30T04:15:12.800" v="550" actId="14100"/>
        <pc:sldMkLst>
          <pc:docMk/>
          <pc:sldMk cId="401262685" sldId="264"/>
        </pc:sldMkLst>
        <pc:spChg chg="del">
          <ac:chgData name="Philippe Beauchemin" userId="e5e86af9-37b1-4ddc-9ef0-c37142288553" providerId="ADAL" clId="{9C651B98-DE61-47DA-87AB-17CC58BA7927}" dt="2026-09-30T04:15:06.890" v="548"/>
          <ac:spMkLst>
            <pc:docMk/>
            <pc:sldMk cId="401262685" sldId="264"/>
            <ac:spMk id="3" creationId="{F8FDE5FD-F8AA-25A3-66A0-9AEEB3529DAC}"/>
          </ac:spMkLst>
        </pc:spChg>
        <pc:picChg chg="add mod">
          <ac:chgData name="Philippe Beauchemin" userId="e5e86af9-37b1-4ddc-9ef0-c37142288553" providerId="ADAL" clId="{9C651B98-DE61-47DA-87AB-17CC58BA7927}" dt="2026-09-30T04:15:12.800" v="550" actId="14100"/>
          <ac:picMkLst>
            <pc:docMk/>
            <pc:sldMk cId="401262685" sldId="264"/>
            <ac:picMk id="4" creationId="{8BA6DE8F-2CE1-75E5-5FDD-CA6DD5F295CC}"/>
          </ac:picMkLst>
        </pc:picChg>
      </pc:sldChg>
      <pc:sldChg chg="addSp delSp modSp new mod">
        <pc:chgData name="Philippe Beauchemin" userId="e5e86af9-37b1-4ddc-9ef0-c37142288553" providerId="ADAL" clId="{9C651B98-DE61-47DA-87AB-17CC58BA7927}" dt="2026-09-30T04:48:49.885" v="1559" actId="113"/>
        <pc:sldMkLst>
          <pc:docMk/>
          <pc:sldMk cId="2407405111" sldId="265"/>
        </pc:sldMkLst>
        <pc:spChg chg="del">
          <ac:chgData name="Philippe Beauchemin" userId="e5e86af9-37b1-4ddc-9ef0-c37142288553" providerId="ADAL" clId="{9C651B98-DE61-47DA-87AB-17CC58BA7927}" dt="2026-09-30T04:29:40.811" v="1337" actId="478"/>
          <ac:spMkLst>
            <pc:docMk/>
            <pc:sldMk cId="2407405111" sldId="265"/>
            <ac:spMk id="2" creationId="{8E0E0E56-7AC0-A9E2-28A4-79F15A03F55A}"/>
          </ac:spMkLst>
        </pc:spChg>
        <pc:spChg chg="del">
          <ac:chgData name="Philippe Beauchemin" userId="e5e86af9-37b1-4ddc-9ef0-c37142288553" providerId="ADAL" clId="{9C651B98-DE61-47DA-87AB-17CC58BA7927}" dt="2026-09-30T04:29:42.964" v="1338" actId="478"/>
          <ac:spMkLst>
            <pc:docMk/>
            <pc:sldMk cId="2407405111" sldId="265"/>
            <ac:spMk id="3" creationId="{490D5EFF-DE7D-92AB-4627-128D664815E0}"/>
          </ac:spMkLst>
        </pc:spChg>
        <pc:spChg chg="add mod">
          <ac:chgData name="Philippe Beauchemin" userId="e5e86af9-37b1-4ddc-9ef0-c37142288553" providerId="ADAL" clId="{9C651B98-DE61-47DA-87AB-17CC58BA7927}" dt="2026-09-30T04:48:49.885" v="1559" actId="113"/>
          <ac:spMkLst>
            <pc:docMk/>
            <pc:sldMk cId="2407405111" sldId="265"/>
            <ac:spMk id="5" creationId="{3D548099-AED1-EFF1-1C00-BC2EB64DAEB6}"/>
          </ac:spMkLst>
        </pc:spChg>
        <pc:spChg chg="add mod">
          <ac:chgData name="Philippe Beauchemin" userId="e5e86af9-37b1-4ddc-9ef0-c37142288553" providerId="ADAL" clId="{9C651B98-DE61-47DA-87AB-17CC58BA7927}" dt="2026-09-30T04:45:41.988" v="1544" actId="2711"/>
          <ac:spMkLst>
            <pc:docMk/>
            <pc:sldMk cId="2407405111" sldId="265"/>
            <ac:spMk id="7" creationId="{6846B747-F965-E92B-E8DB-3403E8839FE0}"/>
          </ac:spMkLst>
        </pc:spChg>
        <pc:spChg chg="add mod">
          <ac:chgData name="Philippe Beauchemin" userId="e5e86af9-37b1-4ddc-9ef0-c37142288553" providerId="ADAL" clId="{9C651B98-DE61-47DA-87AB-17CC58BA7927}" dt="2026-09-30T04:38:23.584" v="1460" actId="1076"/>
          <ac:spMkLst>
            <pc:docMk/>
            <pc:sldMk cId="2407405111" sldId="265"/>
            <ac:spMk id="10" creationId="{E3A79FCB-506C-19B3-9206-86D20E814455}"/>
          </ac:spMkLst>
        </pc:spChg>
        <pc:spChg chg="add mod">
          <ac:chgData name="Philippe Beauchemin" userId="e5e86af9-37b1-4ddc-9ef0-c37142288553" providerId="ADAL" clId="{9C651B98-DE61-47DA-87AB-17CC58BA7927}" dt="2026-09-30T04:40:16.951" v="1470" actId="1076"/>
          <ac:spMkLst>
            <pc:docMk/>
            <pc:sldMk cId="2407405111" sldId="265"/>
            <ac:spMk id="11" creationId="{688AF5CD-255D-B7A5-3723-69F72F7B0CFD}"/>
          </ac:spMkLst>
        </pc:spChg>
        <pc:spChg chg="add mod">
          <ac:chgData name="Philippe Beauchemin" userId="e5e86af9-37b1-4ddc-9ef0-c37142288553" providerId="ADAL" clId="{9C651B98-DE61-47DA-87AB-17CC58BA7927}" dt="2026-09-30T04:40:34.025" v="1474" actId="20577"/>
          <ac:spMkLst>
            <pc:docMk/>
            <pc:sldMk cId="2407405111" sldId="265"/>
            <ac:spMk id="14" creationId="{15EF59C1-3C6D-80DF-407A-0D5CE380984F}"/>
          </ac:spMkLst>
        </pc:spChg>
        <pc:spChg chg="add mod">
          <ac:chgData name="Philippe Beauchemin" userId="e5e86af9-37b1-4ddc-9ef0-c37142288553" providerId="ADAL" clId="{9C651B98-DE61-47DA-87AB-17CC58BA7927}" dt="2026-09-30T04:43:26.686" v="1497" actId="20577"/>
          <ac:spMkLst>
            <pc:docMk/>
            <pc:sldMk cId="2407405111" sldId="265"/>
            <ac:spMk id="16" creationId="{80241A26-63D7-FF33-FFAD-CB36E9936462}"/>
          </ac:spMkLst>
        </pc:spChg>
        <pc:picChg chg="add mod">
          <ac:chgData name="Philippe Beauchemin" userId="e5e86af9-37b1-4ddc-9ef0-c37142288553" providerId="ADAL" clId="{9C651B98-DE61-47DA-87AB-17CC58BA7927}" dt="2026-09-30T04:33:24.259" v="1405" actId="1076"/>
          <ac:picMkLst>
            <pc:docMk/>
            <pc:sldMk cId="2407405111" sldId="265"/>
            <ac:picMk id="4" creationId="{0BA1494D-67E4-EA99-27C3-E98F2D287C2F}"/>
          </ac:picMkLst>
        </pc:picChg>
        <pc:picChg chg="add mod">
          <ac:chgData name="Philippe Beauchemin" userId="e5e86af9-37b1-4ddc-9ef0-c37142288553" providerId="ADAL" clId="{9C651B98-DE61-47DA-87AB-17CC58BA7927}" dt="2026-09-30T04:43:14.846" v="1491" actId="14100"/>
          <ac:picMkLst>
            <pc:docMk/>
            <pc:sldMk cId="2407405111" sldId="265"/>
            <ac:picMk id="9" creationId="{59DFD4B6-DA72-E226-7D05-B0CEC0B28EA8}"/>
          </ac:picMkLst>
        </pc:picChg>
        <pc:picChg chg="add mod">
          <ac:chgData name="Philippe Beauchemin" userId="e5e86af9-37b1-4ddc-9ef0-c37142288553" providerId="ADAL" clId="{9C651B98-DE61-47DA-87AB-17CC58BA7927}" dt="2026-09-30T04:40:10.700" v="1467" actId="1076"/>
          <ac:picMkLst>
            <pc:docMk/>
            <pc:sldMk cId="2407405111" sldId="265"/>
            <ac:picMk id="13" creationId="{36E71EA4-9E9D-8040-E618-F0A08B17579F}"/>
          </ac:picMkLst>
        </pc:picChg>
        <pc:picChg chg="add mod">
          <ac:chgData name="Philippe Beauchemin" userId="e5e86af9-37b1-4ddc-9ef0-c37142288553" providerId="ADAL" clId="{9C651B98-DE61-47DA-87AB-17CC58BA7927}" dt="2026-09-30T04:43:09.853" v="1490" actId="1076"/>
          <ac:picMkLst>
            <pc:docMk/>
            <pc:sldMk cId="2407405111" sldId="265"/>
            <ac:picMk id="15" creationId="{F92695DB-7169-C70D-5F1A-1831E04A1EE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32598D-02F1-456B-8B1F-E585A36D480C}" type="datetimeFigureOut">
              <a:rPr lang="en-CA" smtClean="0"/>
              <a:t>2026-09-30</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85DC25-1E5A-4542-839E-EA30B4592A78}" type="slidenum">
              <a:rPr lang="en-CA" smtClean="0"/>
              <a:t>‹#›</a:t>
            </a:fld>
            <a:endParaRPr lang="en-CA"/>
          </a:p>
        </p:txBody>
      </p:sp>
    </p:spTree>
    <p:extLst>
      <p:ext uri="{BB962C8B-B14F-4D97-AF65-F5344CB8AC3E}">
        <p14:creationId xmlns:p14="http://schemas.microsoft.com/office/powerpoint/2010/main" val="2077865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Start at 58s</a:t>
            </a:r>
          </a:p>
        </p:txBody>
      </p:sp>
      <p:sp>
        <p:nvSpPr>
          <p:cNvPr id="4" name="Slide Number Placeholder 3"/>
          <p:cNvSpPr>
            <a:spLocks noGrp="1"/>
          </p:cNvSpPr>
          <p:nvPr>
            <p:ph type="sldNum" sz="quarter" idx="5"/>
          </p:nvPr>
        </p:nvSpPr>
        <p:spPr/>
        <p:txBody>
          <a:bodyPr/>
          <a:lstStyle/>
          <a:p>
            <a:fld id="{0E85DC25-1E5A-4542-839E-EA30B4592A78}" type="slidenum">
              <a:rPr lang="en-CA" smtClean="0"/>
              <a:t>5</a:t>
            </a:fld>
            <a:endParaRPr lang="en-CA"/>
          </a:p>
        </p:txBody>
      </p:sp>
    </p:spTree>
    <p:extLst>
      <p:ext uri="{BB962C8B-B14F-4D97-AF65-F5344CB8AC3E}">
        <p14:creationId xmlns:p14="http://schemas.microsoft.com/office/powerpoint/2010/main" val="99932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3874-F86C-88C1-8A36-5646F3286A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2095F7E-6EE3-10BA-D37D-AD2FBBFC3E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E99FB11-D523-3008-DA22-4185EC5D7409}"/>
              </a:ext>
            </a:extLst>
          </p:cNvPr>
          <p:cNvSpPr>
            <a:spLocks noGrp="1"/>
          </p:cNvSpPr>
          <p:nvPr>
            <p:ph type="dt" sz="half" idx="10"/>
          </p:nvPr>
        </p:nvSpPr>
        <p:spPr/>
        <p:txBody>
          <a:bodyPr/>
          <a:lstStyle/>
          <a:p>
            <a:fld id="{DAFE1CB4-5A88-410E-A24D-F7116356538F}" type="datetimeFigureOut">
              <a:rPr lang="en-CA" smtClean="0"/>
              <a:t>2026-09-30</a:t>
            </a:fld>
            <a:endParaRPr lang="en-CA"/>
          </a:p>
        </p:txBody>
      </p:sp>
      <p:sp>
        <p:nvSpPr>
          <p:cNvPr id="5" name="Footer Placeholder 4">
            <a:extLst>
              <a:ext uri="{FF2B5EF4-FFF2-40B4-BE49-F238E27FC236}">
                <a16:creationId xmlns:a16="http://schemas.microsoft.com/office/drawing/2014/main" id="{5CD66FF2-0263-DF9B-A615-54D751F0AB7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DE23069-91DA-B649-3058-B7163A2A8F8E}"/>
              </a:ext>
            </a:extLst>
          </p:cNvPr>
          <p:cNvSpPr>
            <a:spLocks noGrp="1"/>
          </p:cNvSpPr>
          <p:nvPr>
            <p:ph type="sldNum" sz="quarter" idx="12"/>
          </p:nvPr>
        </p:nvSpPr>
        <p:spPr/>
        <p:txBody>
          <a:bodyPr/>
          <a:lstStyle/>
          <a:p>
            <a:fld id="{52D25E45-B1FF-4BC4-AB23-12B1C6D1CEC2}" type="slidenum">
              <a:rPr lang="en-CA" smtClean="0"/>
              <a:t>‹#›</a:t>
            </a:fld>
            <a:endParaRPr lang="en-CA"/>
          </a:p>
        </p:txBody>
      </p:sp>
    </p:spTree>
    <p:extLst>
      <p:ext uri="{BB962C8B-B14F-4D97-AF65-F5344CB8AC3E}">
        <p14:creationId xmlns:p14="http://schemas.microsoft.com/office/powerpoint/2010/main" val="2923204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2F793-2B30-B24A-8B57-868FD606451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58D3684-E748-91B1-2C16-894674669C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B5EBE0E-A6F1-7D41-3D54-D72F8DECA6E4}"/>
              </a:ext>
            </a:extLst>
          </p:cNvPr>
          <p:cNvSpPr>
            <a:spLocks noGrp="1"/>
          </p:cNvSpPr>
          <p:nvPr>
            <p:ph type="dt" sz="half" idx="10"/>
          </p:nvPr>
        </p:nvSpPr>
        <p:spPr/>
        <p:txBody>
          <a:bodyPr/>
          <a:lstStyle/>
          <a:p>
            <a:fld id="{DAFE1CB4-5A88-410E-A24D-F7116356538F}" type="datetimeFigureOut">
              <a:rPr lang="en-CA" smtClean="0"/>
              <a:t>2026-09-30</a:t>
            </a:fld>
            <a:endParaRPr lang="en-CA"/>
          </a:p>
        </p:txBody>
      </p:sp>
      <p:sp>
        <p:nvSpPr>
          <p:cNvPr id="5" name="Footer Placeholder 4">
            <a:extLst>
              <a:ext uri="{FF2B5EF4-FFF2-40B4-BE49-F238E27FC236}">
                <a16:creationId xmlns:a16="http://schemas.microsoft.com/office/drawing/2014/main" id="{33FB4EF9-BEF0-D642-DDF3-B93E9B5B353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938E218-F20F-2A2C-93C8-8D37226E4F2E}"/>
              </a:ext>
            </a:extLst>
          </p:cNvPr>
          <p:cNvSpPr>
            <a:spLocks noGrp="1"/>
          </p:cNvSpPr>
          <p:nvPr>
            <p:ph type="sldNum" sz="quarter" idx="12"/>
          </p:nvPr>
        </p:nvSpPr>
        <p:spPr/>
        <p:txBody>
          <a:bodyPr/>
          <a:lstStyle/>
          <a:p>
            <a:fld id="{52D25E45-B1FF-4BC4-AB23-12B1C6D1CEC2}" type="slidenum">
              <a:rPr lang="en-CA" smtClean="0"/>
              <a:t>‹#›</a:t>
            </a:fld>
            <a:endParaRPr lang="en-CA"/>
          </a:p>
        </p:txBody>
      </p:sp>
    </p:spTree>
    <p:extLst>
      <p:ext uri="{BB962C8B-B14F-4D97-AF65-F5344CB8AC3E}">
        <p14:creationId xmlns:p14="http://schemas.microsoft.com/office/powerpoint/2010/main" val="3975556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DA96F-4067-239E-2245-9358004A38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28662E88-3D64-B3AD-1625-F67183CE58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C537D9-8472-92C9-FA6A-B02F9BD6A526}"/>
              </a:ext>
            </a:extLst>
          </p:cNvPr>
          <p:cNvSpPr>
            <a:spLocks noGrp="1"/>
          </p:cNvSpPr>
          <p:nvPr>
            <p:ph type="dt" sz="half" idx="10"/>
          </p:nvPr>
        </p:nvSpPr>
        <p:spPr/>
        <p:txBody>
          <a:bodyPr/>
          <a:lstStyle/>
          <a:p>
            <a:fld id="{DAFE1CB4-5A88-410E-A24D-F7116356538F}" type="datetimeFigureOut">
              <a:rPr lang="en-CA" smtClean="0"/>
              <a:t>2026-09-30</a:t>
            </a:fld>
            <a:endParaRPr lang="en-CA"/>
          </a:p>
        </p:txBody>
      </p:sp>
      <p:sp>
        <p:nvSpPr>
          <p:cNvPr id="5" name="Footer Placeholder 4">
            <a:extLst>
              <a:ext uri="{FF2B5EF4-FFF2-40B4-BE49-F238E27FC236}">
                <a16:creationId xmlns:a16="http://schemas.microsoft.com/office/drawing/2014/main" id="{589384BF-545B-CB5D-734F-D0927D349BD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E5EC7B8-B48F-508F-C20B-5289982435CF}"/>
              </a:ext>
            </a:extLst>
          </p:cNvPr>
          <p:cNvSpPr>
            <a:spLocks noGrp="1"/>
          </p:cNvSpPr>
          <p:nvPr>
            <p:ph type="sldNum" sz="quarter" idx="12"/>
          </p:nvPr>
        </p:nvSpPr>
        <p:spPr/>
        <p:txBody>
          <a:bodyPr/>
          <a:lstStyle/>
          <a:p>
            <a:fld id="{52D25E45-B1FF-4BC4-AB23-12B1C6D1CEC2}" type="slidenum">
              <a:rPr lang="en-CA" smtClean="0"/>
              <a:t>‹#›</a:t>
            </a:fld>
            <a:endParaRPr lang="en-CA"/>
          </a:p>
        </p:txBody>
      </p:sp>
    </p:spTree>
    <p:extLst>
      <p:ext uri="{BB962C8B-B14F-4D97-AF65-F5344CB8AC3E}">
        <p14:creationId xmlns:p14="http://schemas.microsoft.com/office/powerpoint/2010/main" val="864210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72E83-589F-D97D-ED0F-25312BAB1D8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5DF2298-C894-CA4A-C427-54C40AECE4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64FCA1C-28A5-3659-A076-98E23D633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55336442-3EFD-02F6-D646-9E52418245E7}"/>
              </a:ext>
            </a:extLst>
          </p:cNvPr>
          <p:cNvSpPr>
            <a:spLocks noGrp="1"/>
          </p:cNvSpPr>
          <p:nvPr>
            <p:ph type="dt" sz="half" idx="10"/>
          </p:nvPr>
        </p:nvSpPr>
        <p:spPr/>
        <p:txBody>
          <a:bodyPr/>
          <a:lstStyle/>
          <a:p>
            <a:fld id="{DAFE1CB4-5A88-410E-A24D-F7116356538F}" type="datetimeFigureOut">
              <a:rPr lang="en-CA" smtClean="0"/>
              <a:t>2026-09-30</a:t>
            </a:fld>
            <a:endParaRPr lang="en-CA"/>
          </a:p>
        </p:txBody>
      </p:sp>
      <p:sp>
        <p:nvSpPr>
          <p:cNvPr id="6" name="Footer Placeholder 5">
            <a:extLst>
              <a:ext uri="{FF2B5EF4-FFF2-40B4-BE49-F238E27FC236}">
                <a16:creationId xmlns:a16="http://schemas.microsoft.com/office/drawing/2014/main" id="{49C6C1E8-EC57-0998-8E8B-622F3F1EB23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167094F-E83A-5C78-EEE6-6F8121592981}"/>
              </a:ext>
            </a:extLst>
          </p:cNvPr>
          <p:cNvSpPr>
            <a:spLocks noGrp="1"/>
          </p:cNvSpPr>
          <p:nvPr>
            <p:ph type="sldNum" sz="quarter" idx="12"/>
          </p:nvPr>
        </p:nvSpPr>
        <p:spPr/>
        <p:txBody>
          <a:bodyPr/>
          <a:lstStyle/>
          <a:p>
            <a:fld id="{52D25E45-B1FF-4BC4-AB23-12B1C6D1CEC2}" type="slidenum">
              <a:rPr lang="en-CA" smtClean="0"/>
              <a:t>‹#›</a:t>
            </a:fld>
            <a:endParaRPr lang="en-CA"/>
          </a:p>
        </p:txBody>
      </p:sp>
    </p:spTree>
    <p:extLst>
      <p:ext uri="{BB962C8B-B14F-4D97-AF65-F5344CB8AC3E}">
        <p14:creationId xmlns:p14="http://schemas.microsoft.com/office/powerpoint/2010/main" val="1453384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A5FE6-4310-5CC5-0A02-7F87B0EDDF1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0B6C7A1-8454-98C6-7B7D-28696E7180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727E97-8E6C-8DD3-80F4-AFA2F177EE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4C63162-DD1F-EE3D-CAB0-F546B5C9C1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857746-0323-C68D-5F37-826B9EF916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473092E9-CEBB-2F61-2DE9-B6220A7CAE4E}"/>
              </a:ext>
            </a:extLst>
          </p:cNvPr>
          <p:cNvSpPr>
            <a:spLocks noGrp="1"/>
          </p:cNvSpPr>
          <p:nvPr>
            <p:ph type="dt" sz="half" idx="10"/>
          </p:nvPr>
        </p:nvSpPr>
        <p:spPr/>
        <p:txBody>
          <a:bodyPr/>
          <a:lstStyle/>
          <a:p>
            <a:fld id="{DAFE1CB4-5A88-410E-A24D-F7116356538F}" type="datetimeFigureOut">
              <a:rPr lang="en-CA" smtClean="0"/>
              <a:t>2026-09-30</a:t>
            </a:fld>
            <a:endParaRPr lang="en-CA"/>
          </a:p>
        </p:txBody>
      </p:sp>
      <p:sp>
        <p:nvSpPr>
          <p:cNvPr id="8" name="Footer Placeholder 7">
            <a:extLst>
              <a:ext uri="{FF2B5EF4-FFF2-40B4-BE49-F238E27FC236}">
                <a16:creationId xmlns:a16="http://schemas.microsoft.com/office/drawing/2014/main" id="{9AD7633B-2C90-1657-21FB-612F0F28C64E}"/>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F75A26A-8EF0-FEF8-B504-3B89598B928F}"/>
              </a:ext>
            </a:extLst>
          </p:cNvPr>
          <p:cNvSpPr>
            <a:spLocks noGrp="1"/>
          </p:cNvSpPr>
          <p:nvPr>
            <p:ph type="sldNum" sz="quarter" idx="12"/>
          </p:nvPr>
        </p:nvSpPr>
        <p:spPr/>
        <p:txBody>
          <a:bodyPr/>
          <a:lstStyle/>
          <a:p>
            <a:fld id="{52D25E45-B1FF-4BC4-AB23-12B1C6D1CEC2}" type="slidenum">
              <a:rPr lang="en-CA" smtClean="0"/>
              <a:t>‹#›</a:t>
            </a:fld>
            <a:endParaRPr lang="en-CA"/>
          </a:p>
        </p:txBody>
      </p:sp>
    </p:spTree>
    <p:extLst>
      <p:ext uri="{BB962C8B-B14F-4D97-AF65-F5344CB8AC3E}">
        <p14:creationId xmlns:p14="http://schemas.microsoft.com/office/powerpoint/2010/main" val="1063744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D5673-C108-47DE-890B-7ED0DB7C3457}"/>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8BC77FC-0F3D-26B8-4273-568C52582973}"/>
              </a:ext>
            </a:extLst>
          </p:cNvPr>
          <p:cNvSpPr>
            <a:spLocks noGrp="1"/>
          </p:cNvSpPr>
          <p:nvPr>
            <p:ph type="dt" sz="half" idx="10"/>
          </p:nvPr>
        </p:nvSpPr>
        <p:spPr/>
        <p:txBody>
          <a:bodyPr/>
          <a:lstStyle/>
          <a:p>
            <a:fld id="{DAFE1CB4-5A88-410E-A24D-F7116356538F}" type="datetimeFigureOut">
              <a:rPr lang="en-CA" smtClean="0"/>
              <a:t>2026-09-30</a:t>
            </a:fld>
            <a:endParaRPr lang="en-CA"/>
          </a:p>
        </p:txBody>
      </p:sp>
      <p:sp>
        <p:nvSpPr>
          <p:cNvPr id="4" name="Footer Placeholder 3">
            <a:extLst>
              <a:ext uri="{FF2B5EF4-FFF2-40B4-BE49-F238E27FC236}">
                <a16:creationId xmlns:a16="http://schemas.microsoft.com/office/drawing/2014/main" id="{551A2AD6-7EA8-8151-EA25-C6AB6D271B0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1D60FF75-5E2C-C100-3085-AFAE88CFCCA4}"/>
              </a:ext>
            </a:extLst>
          </p:cNvPr>
          <p:cNvSpPr>
            <a:spLocks noGrp="1"/>
          </p:cNvSpPr>
          <p:nvPr>
            <p:ph type="sldNum" sz="quarter" idx="12"/>
          </p:nvPr>
        </p:nvSpPr>
        <p:spPr/>
        <p:txBody>
          <a:bodyPr/>
          <a:lstStyle/>
          <a:p>
            <a:fld id="{52D25E45-B1FF-4BC4-AB23-12B1C6D1CEC2}" type="slidenum">
              <a:rPr lang="en-CA" smtClean="0"/>
              <a:t>‹#›</a:t>
            </a:fld>
            <a:endParaRPr lang="en-CA"/>
          </a:p>
        </p:txBody>
      </p:sp>
    </p:spTree>
    <p:extLst>
      <p:ext uri="{BB962C8B-B14F-4D97-AF65-F5344CB8AC3E}">
        <p14:creationId xmlns:p14="http://schemas.microsoft.com/office/powerpoint/2010/main" val="3342669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7E7BB4-32B5-9A00-80B1-8C458D103D0A}"/>
              </a:ext>
            </a:extLst>
          </p:cNvPr>
          <p:cNvSpPr>
            <a:spLocks noGrp="1"/>
          </p:cNvSpPr>
          <p:nvPr>
            <p:ph type="dt" sz="half" idx="10"/>
          </p:nvPr>
        </p:nvSpPr>
        <p:spPr/>
        <p:txBody>
          <a:bodyPr/>
          <a:lstStyle/>
          <a:p>
            <a:fld id="{DAFE1CB4-5A88-410E-A24D-F7116356538F}" type="datetimeFigureOut">
              <a:rPr lang="en-CA" smtClean="0"/>
              <a:t>2026-09-30</a:t>
            </a:fld>
            <a:endParaRPr lang="en-CA"/>
          </a:p>
        </p:txBody>
      </p:sp>
      <p:sp>
        <p:nvSpPr>
          <p:cNvPr id="3" name="Footer Placeholder 2">
            <a:extLst>
              <a:ext uri="{FF2B5EF4-FFF2-40B4-BE49-F238E27FC236}">
                <a16:creationId xmlns:a16="http://schemas.microsoft.com/office/drawing/2014/main" id="{D0B51BE6-72B1-A26B-E7E0-F9D91D2D5416}"/>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8904B251-70E5-72A8-E230-86CF0FBF52D8}"/>
              </a:ext>
            </a:extLst>
          </p:cNvPr>
          <p:cNvSpPr>
            <a:spLocks noGrp="1"/>
          </p:cNvSpPr>
          <p:nvPr>
            <p:ph type="sldNum" sz="quarter" idx="12"/>
          </p:nvPr>
        </p:nvSpPr>
        <p:spPr/>
        <p:txBody>
          <a:bodyPr/>
          <a:lstStyle/>
          <a:p>
            <a:fld id="{52D25E45-B1FF-4BC4-AB23-12B1C6D1CEC2}" type="slidenum">
              <a:rPr lang="en-CA" smtClean="0"/>
              <a:t>‹#›</a:t>
            </a:fld>
            <a:endParaRPr lang="en-CA"/>
          </a:p>
        </p:txBody>
      </p:sp>
    </p:spTree>
    <p:extLst>
      <p:ext uri="{BB962C8B-B14F-4D97-AF65-F5344CB8AC3E}">
        <p14:creationId xmlns:p14="http://schemas.microsoft.com/office/powerpoint/2010/main" val="3227793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8D568-59B2-812B-8BB6-6D9B166BED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EBA4640F-6AFD-063C-7043-6405BDFF36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C3DEEC2A-5C8F-C46C-E947-DF4BB02637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CCBC24-6387-E56E-F16B-F05DA3591C22}"/>
              </a:ext>
            </a:extLst>
          </p:cNvPr>
          <p:cNvSpPr>
            <a:spLocks noGrp="1"/>
          </p:cNvSpPr>
          <p:nvPr>
            <p:ph type="dt" sz="half" idx="10"/>
          </p:nvPr>
        </p:nvSpPr>
        <p:spPr/>
        <p:txBody>
          <a:bodyPr/>
          <a:lstStyle/>
          <a:p>
            <a:fld id="{DAFE1CB4-5A88-410E-A24D-F7116356538F}" type="datetimeFigureOut">
              <a:rPr lang="en-CA" smtClean="0"/>
              <a:t>2026-09-30</a:t>
            </a:fld>
            <a:endParaRPr lang="en-CA"/>
          </a:p>
        </p:txBody>
      </p:sp>
      <p:sp>
        <p:nvSpPr>
          <p:cNvPr id="6" name="Footer Placeholder 5">
            <a:extLst>
              <a:ext uri="{FF2B5EF4-FFF2-40B4-BE49-F238E27FC236}">
                <a16:creationId xmlns:a16="http://schemas.microsoft.com/office/drawing/2014/main" id="{EFB926DE-4023-381C-CFA2-596D0E40984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9ADEFDA-EBFD-F798-7C82-7CBA51E38FE3}"/>
              </a:ext>
            </a:extLst>
          </p:cNvPr>
          <p:cNvSpPr>
            <a:spLocks noGrp="1"/>
          </p:cNvSpPr>
          <p:nvPr>
            <p:ph type="sldNum" sz="quarter" idx="12"/>
          </p:nvPr>
        </p:nvSpPr>
        <p:spPr/>
        <p:txBody>
          <a:bodyPr/>
          <a:lstStyle/>
          <a:p>
            <a:fld id="{52D25E45-B1FF-4BC4-AB23-12B1C6D1CEC2}" type="slidenum">
              <a:rPr lang="en-CA" smtClean="0"/>
              <a:t>‹#›</a:t>
            </a:fld>
            <a:endParaRPr lang="en-CA"/>
          </a:p>
        </p:txBody>
      </p:sp>
    </p:spTree>
    <p:extLst>
      <p:ext uri="{BB962C8B-B14F-4D97-AF65-F5344CB8AC3E}">
        <p14:creationId xmlns:p14="http://schemas.microsoft.com/office/powerpoint/2010/main" val="224533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E46A2-F37F-B772-9DCD-F27F21E747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7AAA9570-E478-9869-768D-58B3747D01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E871E4D0-3263-451E-375D-B9CF7C0B4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0056CE-7BE3-626F-C6FE-0FA09AC4DEBC}"/>
              </a:ext>
            </a:extLst>
          </p:cNvPr>
          <p:cNvSpPr>
            <a:spLocks noGrp="1"/>
          </p:cNvSpPr>
          <p:nvPr>
            <p:ph type="dt" sz="half" idx="10"/>
          </p:nvPr>
        </p:nvSpPr>
        <p:spPr/>
        <p:txBody>
          <a:bodyPr/>
          <a:lstStyle/>
          <a:p>
            <a:fld id="{DAFE1CB4-5A88-410E-A24D-F7116356538F}" type="datetimeFigureOut">
              <a:rPr lang="en-CA" smtClean="0"/>
              <a:t>2026-09-30</a:t>
            </a:fld>
            <a:endParaRPr lang="en-CA"/>
          </a:p>
        </p:txBody>
      </p:sp>
      <p:sp>
        <p:nvSpPr>
          <p:cNvPr id="6" name="Footer Placeholder 5">
            <a:extLst>
              <a:ext uri="{FF2B5EF4-FFF2-40B4-BE49-F238E27FC236}">
                <a16:creationId xmlns:a16="http://schemas.microsoft.com/office/drawing/2014/main" id="{17F90E26-D285-9A17-1440-3D7ECCBBB12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80DCBC4-3D4C-853E-CDF5-6AB568356D95}"/>
              </a:ext>
            </a:extLst>
          </p:cNvPr>
          <p:cNvSpPr>
            <a:spLocks noGrp="1"/>
          </p:cNvSpPr>
          <p:nvPr>
            <p:ph type="sldNum" sz="quarter" idx="12"/>
          </p:nvPr>
        </p:nvSpPr>
        <p:spPr/>
        <p:txBody>
          <a:bodyPr/>
          <a:lstStyle/>
          <a:p>
            <a:fld id="{52D25E45-B1FF-4BC4-AB23-12B1C6D1CEC2}" type="slidenum">
              <a:rPr lang="en-CA" smtClean="0"/>
              <a:t>‹#›</a:t>
            </a:fld>
            <a:endParaRPr lang="en-CA"/>
          </a:p>
        </p:txBody>
      </p:sp>
    </p:spTree>
    <p:extLst>
      <p:ext uri="{BB962C8B-B14F-4D97-AF65-F5344CB8AC3E}">
        <p14:creationId xmlns:p14="http://schemas.microsoft.com/office/powerpoint/2010/main" val="3314469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6AB6C-5404-19EB-C8BA-828189F9FB56}"/>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62411E0-2729-58E8-FC2A-8C8A833A47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92D7197-727A-9D1E-0671-4D59DC03C9B2}"/>
              </a:ext>
            </a:extLst>
          </p:cNvPr>
          <p:cNvSpPr>
            <a:spLocks noGrp="1"/>
          </p:cNvSpPr>
          <p:nvPr>
            <p:ph type="dt" sz="half" idx="10"/>
          </p:nvPr>
        </p:nvSpPr>
        <p:spPr/>
        <p:txBody>
          <a:bodyPr/>
          <a:lstStyle/>
          <a:p>
            <a:fld id="{DAFE1CB4-5A88-410E-A24D-F7116356538F}" type="datetimeFigureOut">
              <a:rPr lang="en-CA" smtClean="0"/>
              <a:t>2026-09-30</a:t>
            </a:fld>
            <a:endParaRPr lang="en-CA"/>
          </a:p>
        </p:txBody>
      </p:sp>
      <p:sp>
        <p:nvSpPr>
          <p:cNvPr id="5" name="Footer Placeholder 4">
            <a:extLst>
              <a:ext uri="{FF2B5EF4-FFF2-40B4-BE49-F238E27FC236}">
                <a16:creationId xmlns:a16="http://schemas.microsoft.com/office/drawing/2014/main" id="{F2159CE6-72C1-6249-5CFF-2033AAC1C8A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349BDD0-B457-99F4-6193-4065330DCECB}"/>
              </a:ext>
            </a:extLst>
          </p:cNvPr>
          <p:cNvSpPr>
            <a:spLocks noGrp="1"/>
          </p:cNvSpPr>
          <p:nvPr>
            <p:ph type="sldNum" sz="quarter" idx="12"/>
          </p:nvPr>
        </p:nvSpPr>
        <p:spPr/>
        <p:txBody>
          <a:bodyPr/>
          <a:lstStyle/>
          <a:p>
            <a:fld id="{52D25E45-B1FF-4BC4-AB23-12B1C6D1CEC2}" type="slidenum">
              <a:rPr lang="en-CA" smtClean="0"/>
              <a:t>‹#›</a:t>
            </a:fld>
            <a:endParaRPr lang="en-CA"/>
          </a:p>
        </p:txBody>
      </p:sp>
    </p:spTree>
    <p:extLst>
      <p:ext uri="{BB962C8B-B14F-4D97-AF65-F5344CB8AC3E}">
        <p14:creationId xmlns:p14="http://schemas.microsoft.com/office/powerpoint/2010/main" val="2348828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B735BC-1B61-BD8E-D036-F199421AE5A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FE78635-E2FC-66FB-E503-B0FBC4BDE8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FDB014B-1F5A-60A9-CF39-13E1CA94BEF0}"/>
              </a:ext>
            </a:extLst>
          </p:cNvPr>
          <p:cNvSpPr>
            <a:spLocks noGrp="1"/>
          </p:cNvSpPr>
          <p:nvPr>
            <p:ph type="dt" sz="half" idx="10"/>
          </p:nvPr>
        </p:nvSpPr>
        <p:spPr/>
        <p:txBody>
          <a:bodyPr/>
          <a:lstStyle/>
          <a:p>
            <a:fld id="{DAFE1CB4-5A88-410E-A24D-F7116356538F}" type="datetimeFigureOut">
              <a:rPr lang="en-CA" smtClean="0"/>
              <a:t>2026-09-30</a:t>
            </a:fld>
            <a:endParaRPr lang="en-CA"/>
          </a:p>
        </p:txBody>
      </p:sp>
      <p:sp>
        <p:nvSpPr>
          <p:cNvPr id="5" name="Footer Placeholder 4">
            <a:extLst>
              <a:ext uri="{FF2B5EF4-FFF2-40B4-BE49-F238E27FC236}">
                <a16:creationId xmlns:a16="http://schemas.microsoft.com/office/drawing/2014/main" id="{E9025347-947C-DF40-B69B-B025234AEA5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4C5EAF8-3266-49C8-CF89-FD5141A15D60}"/>
              </a:ext>
            </a:extLst>
          </p:cNvPr>
          <p:cNvSpPr>
            <a:spLocks noGrp="1"/>
          </p:cNvSpPr>
          <p:nvPr>
            <p:ph type="sldNum" sz="quarter" idx="12"/>
          </p:nvPr>
        </p:nvSpPr>
        <p:spPr/>
        <p:txBody>
          <a:bodyPr/>
          <a:lstStyle/>
          <a:p>
            <a:fld id="{52D25E45-B1FF-4BC4-AB23-12B1C6D1CEC2}" type="slidenum">
              <a:rPr lang="en-CA" smtClean="0"/>
              <a:t>‹#›</a:t>
            </a:fld>
            <a:endParaRPr lang="en-CA"/>
          </a:p>
        </p:txBody>
      </p:sp>
    </p:spTree>
    <p:extLst>
      <p:ext uri="{BB962C8B-B14F-4D97-AF65-F5344CB8AC3E}">
        <p14:creationId xmlns:p14="http://schemas.microsoft.com/office/powerpoint/2010/main" val="3730555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94A696-B52B-11FB-8768-15929CFC79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5935EEF-46E8-E6FA-9A0C-4A0E7E5BF4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A8BA111-2602-1D9C-6A7A-4AC524709D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FE1CB4-5A88-410E-A24D-F7116356538F}" type="datetimeFigureOut">
              <a:rPr lang="en-CA" smtClean="0"/>
              <a:t>2026-09-30</a:t>
            </a:fld>
            <a:endParaRPr lang="en-CA"/>
          </a:p>
        </p:txBody>
      </p:sp>
      <p:sp>
        <p:nvSpPr>
          <p:cNvPr id="5" name="Footer Placeholder 4">
            <a:extLst>
              <a:ext uri="{FF2B5EF4-FFF2-40B4-BE49-F238E27FC236}">
                <a16:creationId xmlns:a16="http://schemas.microsoft.com/office/drawing/2014/main" id="{5263CFEE-91FB-7319-191E-305303A818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5D314348-662B-B661-4847-28A50897C5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D25E45-B1FF-4BC4-AB23-12B1C6D1CEC2}" type="slidenum">
              <a:rPr lang="en-CA" smtClean="0"/>
              <a:t>‹#›</a:t>
            </a:fld>
            <a:endParaRPr lang="en-CA"/>
          </a:p>
        </p:txBody>
      </p:sp>
    </p:spTree>
    <p:extLst>
      <p:ext uri="{BB962C8B-B14F-4D97-AF65-F5344CB8AC3E}">
        <p14:creationId xmlns:p14="http://schemas.microsoft.com/office/powerpoint/2010/main" val="1060780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dambasanta.com/allwedeverneed.php"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ideo" Target="https://player.vimeo.com/video/268772915?app_id=122963"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99designs.com/blog/design-history-movements/brutalism/"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25477D-2600-2F40-B3BF-C08F7DA8A931}"/>
              </a:ext>
            </a:extLst>
          </p:cNvPr>
          <p:cNvPicPr>
            <a:picLocks noChangeAspect="1"/>
          </p:cNvPicPr>
          <p:nvPr/>
        </p:nvPicPr>
        <p:blipFill>
          <a:blip r:embed="rId2"/>
          <a:srcRect l="108" t="11731" r="49988" b="5084"/>
          <a:stretch>
            <a:fillRect/>
          </a:stretch>
        </p:blipFill>
        <p:spPr>
          <a:xfrm>
            <a:off x="0" y="0"/>
            <a:ext cx="12192000" cy="11480193"/>
          </a:xfrm>
          <a:prstGeom prst="rect">
            <a:avLst/>
          </a:prstGeom>
        </p:spPr>
      </p:pic>
      <p:sp>
        <p:nvSpPr>
          <p:cNvPr id="2" name="Title 1">
            <a:extLst>
              <a:ext uri="{FF2B5EF4-FFF2-40B4-BE49-F238E27FC236}">
                <a16:creationId xmlns:a16="http://schemas.microsoft.com/office/drawing/2014/main" id="{8AA976D7-8CA1-A3A1-65D1-110362B4E4EC}"/>
              </a:ext>
            </a:extLst>
          </p:cNvPr>
          <p:cNvSpPr>
            <a:spLocks noGrp="1"/>
          </p:cNvSpPr>
          <p:nvPr>
            <p:ph type="ctrTitle"/>
          </p:nvPr>
        </p:nvSpPr>
        <p:spPr/>
        <p:txBody>
          <a:bodyPr/>
          <a:lstStyle/>
          <a:p>
            <a:r>
              <a:rPr lang="en-CA" dirty="0">
                <a:latin typeface="Kode Mono" panose="020B0509070502080503" pitchFamily="49" charset="0"/>
                <a:ea typeface="Kode Mono" panose="020B0509070502080503" pitchFamily="49" charset="0"/>
                <a:cs typeface="Kode Mono" panose="020B0509070502080503" pitchFamily="49" charset="0"/>
              </a:rPr>
              <a:t>Concrete Site</a:t>
            </a:r>
          </a:p>
        </p:txBody>
      </p:sp>
      <p:sp>
        <p:nvSpPr>
          <p:cNvPr id="3" name="Subtitle 2">
            <a:extLst>
              <a:ext uri="{FF2B5EF4-FFF2-40B4-BE49-F238E27FC236}">
                <a16:creationId xmlns:a16="http://schemas.microsoft.com/office/drawing/2014/main" id="{9BE3E903-42A1-7BEC-30B2-333D15CC121F}"/>
              </a:ext>
            </a:extLst>
          </p:cNvPr>
          <p:cNvSpPr>
            <a:spLocks noGrp="1"/>
          </p:cNvSpPr>
          <p:nvPr>
            <p:ph type="subTitle" idx="1"/>
          </p:nvPr>
        </p:nvSpPr>
        <p:spPr/>
        <p:txBody>
          <a:bodyPr/>
          <a:lstStyle/>
          <a:p>
            <a:r>
              <a:rPr lang="en-CA" dirty="0">
                <a:latin typeface="Kode Mono" panose="020B0509070502080503" pitchFamily="49" charset="0"/>
                <a:ea typeface="Kode Mono" panose="020B0509070502080503" pitchFamily="49" charset="0"/>
                <a:cs typeface="Kode Mono" panose="020B0509070502080503" pitchFamily="49" charset="0"/>
              </a:rPr>
              <a:t>by Philippe Beauchemin</a:t>
            </a:r>
          </a:p>
        </p:txBody>
      </p:sp>
    </p:spTree>
    <p:extLst>
      <p:ext uri="{BB962C8B-B14F-4D97-AF65-F5344CB8AC3E}">
        <p14:creationId xmlns:p14="http://schemas.microsoft.com/office/powerpoint/2010/main" val="730473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223E8-6F4B-6B12-3672-01E242C25F18}"/>
              </a:ext>
            </a:extLst>
          </p:cNvPr>
          <p:cNvSpPr>
            <a:spLocks noGrp="1"/>
          </p:cNvSpPr>
          <p:nvPr>
            <p:ph type="title"/>
          </p:nvPr>
        </p:nvSpPr>
        <p:spPr/>
        <p:txBody>
          <a:bodyPr/>
          <a:lstStyle/>
          <a:p>
            <a:r>
              <a:rPr lang="en-CA" dirty="0">
                <a:latin typeface="Kode Mono" panose="020B0509070502080503" pitchFamily="49" charset="0"/>
                <a:ea typeface="Kode Mono" panose="020B0509070502080503" pitchFamily="49" charset="0"/>
                <a:cs typeface="Kode Mono" panose="020B0509070502080503" pitchFamily="49" charset="0"/>
              </a:rPr>
              <a:t>Concept</a:t>
            </a:r>
          </a:p>
        </p:txBody>
      </p:sp>
      <p:sp>
        <p:nvSpPr>
          <p:cNvPr id="3" name="Content Placeholder 2">
            <a:extLst>
              <a:ext uri="{FF2B5EF4-FFF2-40B4-BE49-F238E27FC236}">
                <a16:creationId xmlns:a16="http://schemas.microsoft.com/office/drawing/2014/main" id="{992265B7-C2F5-5B6C-44BC-9BDE52500CE3}"/>
              </a:ext>
            </a:extLst>
          </p:cNvPr>
          <p:cNvSpPr>
            <a:spLocks noGrp="1"/>
          </p:cNvSpPr>
          <p:nvPr>
            <p:ph idx="1"/>
          </p:nvPr>
        </p:nvSpPr>
        <p:spPr/>
        <p:txBody>
          <a:bodyPr>
            <a:normAutofit fontScale="85000" lnSpcReduction="20000"/>
          </a:bodyPr>
          <a:lstStyle/>
          <a:p>
            <a:pPr marL="0" indent="0">
              <a:buNone/>
            </a:pPr>
            <a:r>
              <a:rPr lang="en-CA" dirty="0">
                <a:latin typeface="Kode Mono" panose="020B0509070502080503" pitchFamily="49" charset="0"/>
                <a:ea typeface="Kode Mono" panose="020B0509070502080503" pitchFamily="49" charset="0"/>
                <a:cs typeface="Kode Mono" panose="020B0509070502080503" pitchFamily="49" charset="0"/>
              </a:rPr>
              <a:t>The viewer is prompted to use their personal device to access the project; in doing so, they unconsciously provide information to be extracted. </a:t>
            </a:r>
          </a:p>
          <a:p>
            <a:pPr marL="0" indent="0">
              <a:buNone/>
            </a:pPr>
            <a:endParaRPr lang="en-CA" dirty="0">
              <a:latin typeface="Kode Mono" panose="020B0509070502080503" pitchFamily="49" charset="0"/>
              <a:ea typeface="Kode Mono" panose="020B0509070502080503" pitchFamily="49" charset="0"/>
              <a:cs typeface="Kode Mono" panose="020B0509070502080503" pitchFamily="49" charset="0"/>
            </a:endParaRPr>
          </a:p>
          <a:p>
            <a:pPr marL="0" indent="0">
              <a:buNone/>
            </a:pPr>
            <a:r>
              <a:rPr lang="en-CA" dirty="0">
                <a:latin typeface="Kode Mono" panose="020B0509070502080503" pitchFamily="49" charset="0"/>
                <a:ea typeface="Kode Mono" panose="020B0509070502080503" pitchFamily="49" charset="0"/>
                <a:cs typeface="Kode Mono" panose="020B0509070502080503" pitchFamily="49" charset="0"/>
              </a:rPr>
              <a:t>The project displays an image of a concrete wall, procedurally generated, which is altered by the viewer’s presence on the virtual site. The concrete wall reacts to various components of the viewer’s data, changing its visual qualities accordingly. </a:t>
            </a:r>
          </a:p>
          <a:p>
            <a:pPr marL="0" indent="0">
              <a:buNone/>
            </a:pPr>
            <a:endParaRPr lang="en-CA" dirty="0">
              <a:latin typeface="Kode Mono" panose="020B0509070502080503" pitchFamily="49" charset="0"/>
              <a:ea typeface="Kode Mono" panose="020B0509070502080503" pitchFamily="49" charset="0"/>
              <a:cs typeface="Kode Mono" panose="020B0509070502080503" pitchFamily="49" charset="0"/>
            </a:endParaRPr>
          </a:p>
          <a:p>
            <a:pPr marL="0" indent="0">
              <a:buNone/>
            </a:pPr>
            <a:r>
              <a:rPr lang="en-CA" dirty="0">
                <a:latin typeface="Kode Mono" panose="020B0509070502080503" pitchFamily="49" charset="0"/>
                <a:ea typeface="Kode Mono" panose="020B0509070502080503" pitchFamily="49" charset="0"/>
                <a:cs typeface="Kode Mono" panose="020B0509070502080503" pitchFamily="49" charset="0"/>
              </a:rPr>
              <a:t>As viewers join the site, the concrete wall changes over time and informs its viewers of these changes through a timeline. </a:t>
            </a:r>
          </a:p>
        </p:txBody>
      </p:sp>
      <p:cxnSp>
        <p:nvCxnSpPr>
          <p:cNvPr id="5" name="Straight Arrow Connector 4">
            <a:extLst>
              <a:ext uri="{FF2B5EF4-FFF2-40B4-BE49-F238E27FC236}">
                <a16:creationId xmlns:a16="http://schemas.microsoft.com/office/drawing/2014/main" id="{BF6EAD6B-ECA2-5E51-BB13-5342BF27952E}"/>
              </a:ext>
            </a:extLst>
          </p:cNvPr>
          <p:cNvCxnSpPr/>
          <p:nvPr/>
        </p:nvCxnSpPr>
        <p:spPr>
          <a:xfrm>
            <a:off x="972355" y="6265572"/>
            <a:ext cx="1030309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855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F66EB-204D-A148-A328-BFFCA5048CBA}"/>
              </a:ext>
            </a:extLst>
          </p:cNvPr>
          <p:cNvSpPr>
            <a:spLocks noGrp="1"/>
          </p:cNvSpPr>
          <p:nvPr>
            <p:ph idx="1"/>
          </p:nvPr>
        </p:nvSpPr>
        <p:spPr/>
        <p:txBody>
          <a:bodyPr>
            <a:normAutofit fontScale="85000" lnSpcReduction="20000"/>
          </a:bodyPr>
          <a:lstStyle/>
          <a:p>
            <a:pPr marL="0" indent="0">
              <a:buNone/>
            </a:pPr>
            <a:r>
              <a:rPr lang="en-CA" dirty="0">
                <a:latin typeface="Kode Mono" panose="020B0509070502080503" pitchFamily="49" charset="0"/>
                <a:ea typeface="Kode Mono" panose="020B0509070502080503" pitchFamily="49" charset="0"/>
                <a:cs typeface="Kode Mono" panose="020B0509070502080503" pitchFamily="49" charset="0"/>
              </a:rPr>
              <a:t>As each aspect of the visitor’s data is mapped onto a specific visual quality of the image, </a:t>
            </a:r>
            <a:r>
              <a:rPr lang="en-CA" b="1" i="1" u="sng" dirty="0">
                <a:latin typeface="Kode Mono" panose="020B0509070502080503" pitchFamily="49" charset="0"/>
                <a:ea typeface="Kode Mono" panose="020B0509070502080503" pitchFamily="49" charset="0"/>
                <a:cs typeface="Kode Mono" panose="020B0509070502080503" pitchFamily="49" charset="0"/>
              </a:rPr>
              <a:t>Concrete Site </a:t>
            </a:r>
            <a:r>
              <a:rPr lang="en-CA" b="1" u="sng" dirty="0">
                <a:latin typeface="Kode Mono" panose="020B0509070502080503" pitchFamily="49" charset="0"/>
                <a:ea typeface="Kode Mono" panose="020B0509070502080503" pitchFamily="49" charset="0"/>
                <a:cs typeface="Kode Mono" panose="020B0509070502080503" pitchFamily="49" charset="0"/>
              </a:rPr>
              <a:t>translates how this data correlates to the viewer’s material conditions in the outside world. </a:t>
            </a:r>
            <a:r>
              <a:rPr lang="en-CA" b="1" i="1" u="sng" dirty="0">
                <a:latin typeface="Kode Mono" panose="020B0509070502080503" pitchFamily="49" charset="0"/>
                <a:ea typeface="Kode Mono" panose="020B0509070502080503" pitchFamily="49" charset="0"/>
                <a:cs typeface="Kode Mono" panose="020B0509070502080503" pitchFamily="49" charset="0"/>
              </a:rPr>
              <a:t>Concrete Site </a:t>
            </a:r>
            <a:r>
              <a:rPr lang="en-CA" b="1" u="sng" dirty="0">
                <a:latin typeface="Kode Mono" panose="020B0509070502080503" pitchFamily="49" charset="0"/>
                <a:ea typeface="Kode Mono" panose="020B0509070502080503" pitchFamily="49" charset="0"/>
                <a:cs typeface="Kode Mono" panose="020B0509070502080503" pitchFamily="49" charset="0"/>
              </a:rPr>
              <a:t>critiques the materiality of concrete in relation to its socio-cultural and historical context, while also offering a critique of class and e-tourism in the age of surveillance capitalism. </a:t>
            </a:r>
          </a:p>
          <a:p>
            <a:pPr marL="0" indent="0">
              <a:buNone/>
            </a:pPr>
            <a:endParaRPr lang="en-CA" dirty="0">
              <a:latin typeface="Kode Mono" panose="020B0509070502080503" pitchFamily="49" charset="0"/>
              <a:ea typeface="Kode Mono" panose="020B0509070502080503" pitchFamily="49" charset="0"/>
              <a:cs typeface="Kode Mono" panose="020B0509070502080503" pitchFamily="49" charset="0"/>
            </a:endParaRPr>
          </a:p>
          <a:p>
            <a:pPr marL="0" indent="0">
              <a:buNone/>
            </a:pPr>
            <a:r>
              <a:rPr lang="en-CA" dirty="0">
                <a:latin typeface="Kode Mono" panose="020B0509070502080503" pitchFamily="49" charset="0"/>
                <a:ea typeface="Kode Mono" panose="020B0509070502080503" pitchFamily="49" charset="0"/>
                <a:cs typeface="Kode Mono" panose="020B0509070502080503" pitchFamily="49" charset="0"/>
              </a:rPr>
              <a:t>As a final addition to the experience, if the viewer wishes to own a specific iteration of the concrete wall, they are offered the option to print out the image, labelled with the time and date it was affected by a visitor as well as the parameters that led to the iteration (mimicking a Pantone swatch).</a:t>
            </a:r>
          </a:p>
          <a:p>
            <a:pPr marL="0" indent="0">
              <a:buNone/>
            </a:pPr>
            <a:endParaRPr lang="en-CA" dirty="0"/>
          </a:p>
        </p:txBody>
      </p:sp>
    </p:spTree>
    <p:extLst>
      <p:ext uri="{BB962C8B-B14F-4D97-AF65-F5344CB8AC3E}">
        <p14:creationId xmlns:p14="http://schemas.microsoft.com/office/powerpoint/2010/main" val="3039025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BE456-67DA-7E2D-C2F9-EFE3D53282B0}"/>
              </a:ext>
            </a:extLst>
          </p:cNvPr>
          <p:cNvSpPr>
            <a:spLocks noGrp="1"/>
          </p:cNvSpPr>
          <p:nvPr>
            <p:ph type="title"/>
          </p:nvPr>
        </p:nvSpPr>
        <p:spPr/>
        <p:txBody>
          <a:bodyPr/>
          <a:lstStyle/>
          <a:p>
            <a:r>
              <a:rPr lang="en-CA" dirty="0">
                <a:latin typeface="Kode Mono" panose="020B0509070502080503" pitchFamily="49" charset="0"/>
                <a:ea typeface="Kode Mono" panose="020B0509070502080503" pitchFamily="49" charset="0"/>
                <a:cs typeface="Kode Mono" panose="020B0509070502080503" pitchFamily="49" charset="0"/>
              </a:rPr>
              <a:t>Algorithmic Approach</a:t>
            </a:r>
          </a:p>
        </p:txBody>
      </p:sp>
      <p:sp>
        <p:nvSpPr>
          <p:cNvPr id="3" name="Content Placeholder 2">
            <a:extLst>
              <a:ext uri="{FF2B5EF4-FFF2-40B4-BE49-F238E27FC236}">
                <a16:creationId xmlns:a16="http://schemas.microsoft.com/office/drawing/2014/main" id="{061BA24C-E19E-3BF4-4144-355791702CDA}"/>
              </a:ext>
            </a:extLst>
          </p:cNvPr>
          <p:cNvSpPr>
            <a:spLocks noGrp="1"/>
          </p:cNvSpPr>
          <p:nvPr>
            <p:ph idx="1"/>
          </p:nvPr>
        </p:nvSpPr>
        <p:spPr/>
        <p:txBody>
          <a:bodyPr>
            <a:normAutofit fontScale="55000" lnSpcReduction="20000"/>
          </a:bodyPr>
          <a:lstStyle/>
          <a:p>
            <a:pPr marL="0" indent="0">
              <a:buNone/>
            </a:pPr>
            <a:r>
              <a:rPr lang="en-CA" sz="3600" dirty="0">
                <a:latin typeface="Kode Mono" panose="020B0509070502080503" pitchFamily="49" charset="0"/>
                <a:ea typeface="Kode Mono" panose="020B0509070502080503" pitchFamily="49" charset="0"/>
                <a:cs typeface="Kode Mono" panose="020B0509070502080503" pitchFamily="49" charset="0"/>
              </a:rPr>
              <a:t>I plan to use the techniques of </a:t>
            </a:r>
            <a:r>
              <a:rPr lang="en-CA" sz="3600" b="1" u="sng" dirty="0">
                <a:latin typeface="Kode Mono" panose="020B0509070502080503" pitchFamily="49" charset="0"/>
                <a:ea typeface="Kode Mono" panose="020B0509070502080503" pitchFamily="49" charset="0"/>
                <a:cs typeface="Kode Mono" panose="020B0509070502080503" pitchFamily="49" charset="0"/>
              </a:rPr>
              <a:t>procedural texture generation, procedural rhetoric and emergent narrative. </a:t>
            </a:r>
          </a:p>
          <a:p>
            <a:pPr marL="0" indent="0">
              <a:buNone/>
            </a:pPr>
            <a:endParaRPr lang="en-CA" dirty="0">
              <a:latin typeface="Kode Mono" panose="020B0509070502080503" pitchFamily="49" charset="0"/>
              <a:ea typeface="Kode Mono" panose="020B0509070502080503" pitchFamily="49" charset="0"/>
              <a:cs typeface="Kode Mono" panose="020B0509070502080503" pitchFamily="49" charset="0"/>
            </a:endParaRPr>
          </a:p>
          <a:p>
            <a:pPr marL="0" indent="0">
              <a:buNone/>
            </a:pPr>
            <a:r>
              <a:rPr lang="en-CA" b="1" dirty="0">
                <a:latin typeface="Kode Mono" panose="020B0509070502080503" pitchFamily="49" charset="0"/>
                <a:ea typeface="Kode Mono" panose="020B0509070502080503" pitchFamily="49" charset="0"/>
                <a:cs typeface="Kode Mono" panose="020B0509070502080503" pitchFamily="49" charset="0"/>
              </a:rPr>
              <a:t>{Procedural texture generation}</a:t>
            </a:r>
            <a:r>
              <a:rPr lang="en-CA" dirty="0">
                <a:latin typeface="Kode Mono" panose="020B0509070502080503" pitchFamily="49" charset="0"/>
                <a:ea typeface="Kode Mono" panose="020B0509070502080503" pitchFamily="49" charset="0"/>
                <a:cs typeface="Kode Mono" panose="020B0509070502080503" pitchFamily="49" charset="0"/>
              </a:rPr>
              <a:t> The visual component of the piece, running in real-time over a long period of time and reacting to users’ data as well as API data</a:t>
            </a:r>
          </a:p>
          <a:p>
            <a:pPr marL="0" indent="0">
              <a:buNone/>
            </a:pPr>
            <a:endParaRPr lang="en-CA" dirty="0">
              <a:latin typeface="Kode Mono" panose="020B0509070502080503" pitchFamily="49" charset="0"/>
              <a:ea typeface="Kode Mono" panose="020B0509070502080503" pitchFamily="49" charset="0"/>
              <a:cs typeface="Kode Mono" panose="020B0509070502080503" pitchFamily="49" charset="0"/>
            </a:endParaRPr>
          </a:p>
          <a:p>
            <a:pPr marL="0" indent="0">
              <a:buNone/>
            </a:pPr>
            <a:r>
              <a:rPr lang="en-CA" b="1" dirty="0">
                <a:latin typeface="Kode Mono" panose="020B0509070502080503" pitchFamily="49" charset="0"/>
                <a:ea typeface="Kode Mono" panose="020B0509070502080503" pitchFamily="49" charset="0"/>
                <a:cs typeface="Kode Mono" panose="020B0509070502080503" pitchFamily="49" charset="0"/>
              </a:rPr>
              <a:t>{Procedural rhetoric}</a:t>
            </a:r>
            <a:r>
              <a:rPr lang="en-CA" dirty="0">
                <a:latin typeface="Kode Mono" panose="020B0509070502080503" pitchFamily="49" charset="0"/>
                <a:ea typeface="Kode Mono" panose="020B0509070502080503" pitchFamily="49" charset="0"/>
                <a:cs typeface="Kode Mono" panose="020B0509070502080503" pitchFamily="49" charset="0"/>
              </a:rPr>
              <a:t> Pessimistic notions of concrete as a material (Criticizing its relationship to power, wealth and control)</a:t>
            </a:r>
          </a:p>
          <a:p>
            <a:pPr marL="0" indent="0">
              <a:buNone/>
            </a:pPr>
            <a:endParaRPr lang="en-CA" dirty="0">
              <a:latin typeface="Kode Mono" panose="020B0509070502080503" pitchFamily="49" charset="0"/>
              <a:ea typeface="Kode Mono" panose="020B0509070502080503" pitchFamily="49" charset="0"/>
              <a:cs typeface="Kode Mono" panose="020B0509070502080503" pitchFamily="49" charset="0"/>
            </a:endParaRPr>
          </a:p>
          <a:p>
            <a:pPr marL="0" indent="0">
              <a:buNone/>
            </a:pPr>
            <a:r>
              <a:rPr lang="en-CA" b="1" dirty="0">
                <a:latin typeface="Kode Mono" panose="020B0509070502080503" pitchFamily="49" charset="0"/>
                <a:ea typeface="Kode Mono" panose="020B0509070502080503" pitchFamily="49" charset="0"/>
                <a:cs typeface="Kode Mono" panose="020B0509070502080503" pitchFamily="49" charset="0"/>
              </a:rPr>
              <a:t>{Emergent narrative}</a:t>
            </a:r>
            <a:r>
              <a:rPr lang="en-CA" dirty="0">
                <a:latin typeface="Kode Mono" panose="020B0509070502080503" pitchFamily="49" charset="0"/>
                <a:ea typeface="Kode Mono" panose="020B0509070502080503" pitchFamily="49" charset="0"/>
                <a:cs typeface="Kode Mono" panose="020B0509070502080503" pitchFamily="49" charset="0"/>
              </a:rPr>
              <a:t> The user explores the various iterations of the wall over time to understand the different visual outcomes</a:t>
            </a:r>
          </a:p>
          <a:p>
            <a:pPr marL="0" indent="0">
              <a:buNone/>
            </a:pPr>
            <a:endParaRPr lang="en-CA" dirty="0">
              <a:latin typeface="Kode Mono" panose="020B0509070502080503" pitchFamily="49" charset="0"/>
              <a:ea typeface="Kode Mono" panose="020B0509070502080503" pitchFamily="49" charset="0"/>
              <a:cs typeface="Kode Mono" panose="020B0509070502080503" pitchFamily="49" charset="0"/>
            </a:endParaRPr>
          </a:p>
          <a:p>
            <a:pPr marL="0" indent="0">
              <a:buNone/>
            </a:pPr>
            <a:r>
              <a:rPr lang="en-CA" dirty="0">
                <a:latin typeface="Kode Mono" panose="020B0509070502080503" pitchFamily="49" charset="0"/>
                <a:ea typeface="Kode Mono" panose="020B0509070502080503" pitchFamily="49" charset="0"/>
                <a:cs typeface="Kode Mono" panose="020B0509070502080503" pitchFamily="49" charset="0"/>
              </a:rPr>
              <a:t>The project will heavily rely on data extraction and mappings between:</a:t>
            </a:r>
          </a:p>
          <a:p>
            <a:pPr>
              <a:buFontTx/>
              <a:buChar char="-"/>
            </a:pPr>
            <a:r>
              <a:rPr lang="en-CA" dirty="0">
                <a:latin typeface="Kode Mono" panose="020B0509070502080503" pitchFamily="49" charset="0"/>
                <a:ea typeface="Kode Mono" panose="020B0509070502080503" pitchFamily="49" charset="0"/>
                <a:cs typeface="Kode Mono" panose="020B0509070502080503" pitchFamily="49" charset="0"/>
              </a:rPr>
              <a:t>a user’s device (model, browser, location),</a:t>
            </a:r>
          </a:p>
          <a:p>
            <a:pPr>
              <a:buFontTx/>
              <a:buChar char="-"/>
            </a:pPr>
            <a:r>
              <a:rPr lang="en-CA" dirty="0">
                <a:latin typeface="Kode Mono" panose="020B0509070502080503" pitchFamily="49" charset="0"/>
                <a:ea typeface="Kode Mono" panose="020B0509070502080503" pitchFamily="49" charset="0"/>
                <a:cs typeface="Kode Mono" panose="020B0509070502080503" pitchFamily="49" charset="0"/>
              </a:rPr>
              <a:t>APIs (such as weather at that location), and </a:t>
            </a:r>
          </a:p>
          <a:p>
            <a:pPr>
              <a:buFontTx/>
              <a:buChar char="-"/>
            </a:pPr>
            <a:r>
              <a:rPr lang="en-CA" dirty="0">
                <a:latin typeface="Kode Mono" panose="020B0509070502080503" pitchFamily="49" charset="0"/>
                <a:ea typeface="Kode Mono" panose="020B0509070502080503" pitchFamily="49" charset="0"/>
                <a:cs typeface="Kode Mono" panose="020B0509070502080503" pitchFamily="49" charset="0"/>
              </a:rPr>
              <a:t>the project, acting as both a client and a server for data exchanged over a network (which I will learn in CART 351: Networks and Navigation)</a:t>
            </a:r>
          </a:p>
        </p:txBody>
      </p:sp>
    </p:spTree>
    <p:extLst>
      <p:ext uri="{BB962C8B-B14F-4D97-AF65-F5344CB8AC3E}">
        <p14:creationId xmlns:p14="http://schemas.microsoft.com/office/powerpoint/2010/main" val="3724082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88253-9E1C-DDAD-DE7E-8FA96DC57498}"/>
              </a:ext>
            </a:extLst>
          </p:cNvPr>
          <p:cNvSpPr>
            <a:spLocks noGrp="1"/>
          </p:cNvSpPr>
          <p:nvPr>
            <p:ph type="title"/>
          </p:nvPr>
        </p:nvSpPr>
        <p:spPr/>
        <p:txBody>
          <a:bodyPr/>
          <a:lstStyle/>
          <a:p>
            <a:r>
              <a:rPr lang="en-CA" dirty="0">
                <a:latin typeface="Kode Mono" panose="020B0509070502080503" pitchFamily="49" charset="0"/>
                <a:ea typeface="Kode Mono" panose="020B0509070502080503" pitchFamily="49" charset="0"/>
                <a:cs typeface="Kode Mono" panose="020B0509070502080503" pitchFamily="49" charset="0"/>
              </a:rPr>
              <a:t>Context and Influences</a:t>
            </a:r>
          </a:p>
        </p:txBody>
      </p:sp>
      <p:sp>
        <p:nvSpPr>
          <p:cNvPr id="3" name="Content Placeholder 2">
            <a:extLst>
              <a:ext uri="{FF2B5EF4-FFF2-40B4-BE49-F238E27FC236}">
                <a16:creationId xmlns:a16="http://schemas.microsoft.com/office/drawing/2014/main" id="{7688B30A-75DE-D2B1-A349-4713E9E4D40E}"/>
              </a:ext>
            </a:extLst>
          </p:cNvPr>
          <p:cNvSpPr>
            <a:spLocks noGrp="1"/>
          </p:cNvSpPr>
          <p:nvPr>
            <p:ph idx="1"/>
          </p:nvPr>
        </p:nvSpPr>
        <p:spPr/>
        <p:txBody>
          <a:bodyPr>
            <a:normAutofit lnSpcReduction="10000"/>
          </a:bodyPr>
          <a:lstStyle/>
          <a:p>
            <a:pPr marL="0" indent="0">
              <a:buNone/>
            </a:pPr>
            <a:r>
              <a:rPr lang="en-CA" sz="2000" dirty="0">
                <a:latin typeface="Kode Mono" panose="020B0509070502080503" pitchFamily="49" charset="0"/>
                <a:ea typeface="Kode Mono" panose="020B0509070502080503" pitchFamily="49" charset="0"/>
                <a:cs typeface="Kode Mono" panose="020B0509070502080503" pitchFamily="49" charset="0"/>
              </a:rPr>
              <a:t>My project was first strongly influenced by Adam Basanta’s </a:t>
            </a:r>
            <a:r>
              <a:rPr lang="en-CA" sz="2000" i="1" dirty="0">
                <a:latin typeface="Kode Mono" panose="020B0509070502080503" pitchFamily="49" charset="0"/>
                <a:ea typeface="Kode Mono" panose="020B0509070502080503" pitchFamily="49" charset="0"/>
                <a:cs typeface="Kode Mono" panose="020B0509070502080503" pitchFamily="49" charset="0"/>
              </a:rPr>
              <a:t>All We’d Ever Need Is One Another</a:t>
            </a:r>
            <a:r>
              <a:rPr lang="en-CA" sz="2000" dirty="0">
                <a:latin typeface="Kode Mono" panose="020B0509070502080503" pitchFamily="49" charset="0"/>
                <a:ea typeface="Kode Mono" panose="020B0509070502080503" pitchFamily="49" charset="0"/>
                <a:cs typeface="Kode Mono" panose="020B0509070502080503" pitchFamily="49" charset="0"/>
              </a:rPr>
              <a:t>. </a:t>
            </a:r>
          </a:p>
          <a:p>
            <a:pPr marL="0" indent="0">
              <a:buNone/>
            </a:pPr>
            <a:endParaRPr lang="en-CA" sz="2000" dirty="0">
              <a:latin typeface="Kode Mono" panose="020B0509070502080503" pitchFamily="49" charset="0"/>
              <a:ea typeface="Kode Mono" panose="020B0509070502080503" pitchFamily="49" charset="0"/>
              <a:cs typeface="Kode Mono" panose="020B0509070502080503" pitchFamily="49" charset="0"/>
            </a:endParaRPr>
          </a:p>
          <a:p>
            <a:pPr>
              <a:buFontTx/>
              <a:buChar char="-"/>
            </a:pPr>
            <a:r>
              <a:rPr lang="en-CA" sz="2000" dirty="0">
                <a:latin typeface="Kode Mono" panose="020B0509070502080503" pitchFamily="49" charset="0"/>
                <a:ea typeface="Kode Mono" panose="020B0509070502080503" pitchFamily="49" charset="0"/>
                <a:cs typeface="Kode Mono" panose="020B0509070502080503" pitchFamily="49" charset="0"/>
              </a:rPr>
              <a:t>print</a:t>
            </a:r>
          </a:p>
          <a:p>
            <a:pPr>
              <a:buFontTx/>
              <a:buChar char="-"/>
            </a:pPr>
            <a:r>
              <a:rPr lang="en-CA" sz="2000" dirty="0">
                <a:latin typeface="Kode Mono" panose="020B0509070502080503" pitchFamily="49" charset="0"/>
                <a:ea typeface="Kode Mono" panose="020B0509070502080503" pitchFamily="49" charset="0"/>
                <a:cs typeface="Kode Mono" panose="020B0509070502080503" pitchFamily="49" charset="0"/>
              </a:rPr>
              <a:t>black box algorithm</a:t>
            </a:r>
          </a:p>
          <a:p>
            <a:pPr>
              <a:buFontTx/>
              <a:buChar char="-"/>
            </a:pPr>
            <a:r>
              <a:rPr lang="en-CA" sz="2000" dirty="0">
                <a:latin typeface="Kode Mono" panose="020B0509070502080503" pitchFamily="49" charset="0"/>
                <a:ea typeface="Kode Mono" panose="020B0509070502080503" pitchFamily="49" charset="0"/>
                <a:cs typeface="Kode Mono" panose="020B0509070502080503" pitchFamily="49" charset="0"/>
              </a:rPr>
              <a:t>iterative process (procedural generation)</a:t>
            </a:r>
          </a:p>
          <a:p>
            <a:pPr>
              <a:buFontTx/>
              <a:buChar char="-"/>
            </a:pPr>
            <a:r>
              <a:rPr lang="en-CA" sz="2000" dirty="0">
                <a:latin typeface="Kode Mono" panose="020B0509070502080503" pitchFamily="49" charset="0"/>
                <a:ea typeface="Kode Mono" panose="020B0509070502080503" pitchFamily="49" charset="0"/>
                <a:cs typeface="Kode Mono" panose="020B0509070502080503" pitchFamily="49" charset="0"/>
              </a:rPr>
              <a:t>computer vision and machine learning</a:t>
            </a:r>
          </a:p>
          <a:p>
            <a:pPr>
              <a:buFontTx/>
              <a:buChar char="-"/>
            </a:pPr>
            <a:r>
              <a:rPr lang="en-CA" sz="2000" dirty="0">
                <a:latin typeface="Kode Mono" panose="020B0509070502080503" pitchFamily="49" charset="0"/>
                <a:ea typeface="Kode Mono" panose="020B0509070502080503" pitchFamily="49" charset="0"/>
                <a:cs typeface="Kode Mono" panose="020B0509070502080503" pitchFamily="49" charset="0"/>
              </a:rPr>
              <a:t>critique of the valuation of art in today’s art world</a:t>
            </a:r>
          </a:p>
          <a:p>
            <a:pPr>
              <a:buFontTx/>
              <a:buChar char="-"/>
            </a:pPr>
            <a:r>
              <a:rPr lang="en-CA" sz="2000" dirty="0">
                <a:latin typeface="Kode Mono" panose="020B0509070502080503" pitchFamily="49" charset="0"/>
                <a:ea typeface="Kode Mono" panose="020B0509070502080503" pitchFamily="49" charset="0"/>
                <a:cs typeface="Kode Mono" panose="020B0509070502080503" pitchFamily="49" charset="0"/>
              </a:rPr>
              <a:t>“meta” aspect:</a:t>
            </a:r>
          </a:p>
          <a:p>
            <a:pPr lvl="1">
              <a:buFontTx/>
              <a:buChar char="-"/>
            </a:pPr>
            <a:r>
              <a:rPr lang="en-CA" sz="1600" dirty="0">
                <a:latin typeface="Kode Mono" panose="020B0509070502080503" pitchFamily="49" charset="0"/>
                <a:ea typeface="Kode Mono" panose="020B0509070502080503" pitchFamily="49" charset="0"/>
                <a:cs typeface="Kode Mono" panose="020B0509070502080503" pitchFamily="49" charset="0"/>
              </a:rPr>
              <a:t>creation of a “valuable” product</a:t>
            </a:r>
          </a:p>
          <a:p>
            <a:pPr lvl="1">
              <a:buFontTx/>
              <a:buChar char="-"/>
            </a:pPr>
            <a:r>
              <a:rPr lang="en-CA" sz="1600" dirty="0">
                <a:latin typeface="Kode Mono" panose="020B0509070502080503" pitchFamily="49" charset="0"/>
                <a:ea typeface="Kode Mono" panose="020B0509070502080503" pitchFamily="49" charset="0"/>
                <a:cs typeface="Kode Mono" panose="020B0509070502080503" pitchFamily="49" charset="0"/>
              </a:rPr>
              <a:t>quality of the print, context, parts of the process made visible, and parts hidden = compelling final product while self-critiquing the very process it was made in </a:t>
            </a:r>
          </a:p>
        </p:txBody>
      </p:sp>
      <p:sp>
        <p:nvSpPr>
          <p:cNvPr id="9" name="TextBox 8">
            <a:extLst>
              <a:ext uri="{FF2B5EF4-FFF2-40B4-BE49-F238E27FC236}">
                <a16:creationId xmlns:a16="http://schemas.microsoft.com/office/drawing/2014/main" id="{56BEBDD7-B899-6FC9-9AC9-474B7DFF40CE}"/>
              </a:ext>
            </a:extLst>
          </p:cNvPr>
          <p:cNvSpPr txBox="1"/>
          <p:nvPr/>
        </p:nvSpPr>
        <p:spPr>
          <a:xfrm>
            <a:off x="838200" y="6176963"/>
            <a:ext cx="9922099" cy="430887"/>
          </a:xfrm>
          <a:prstGeom prst="rect">
            <a:avLst/>
          </a:prstGeom>
          <a:noFill/>
        </p:spPr>
        <p:txBody>
          <a:bodyPr wrap="square">
            <a:spAutoFit/>
          </a:bodyPr>
          <a:lstStyle/>
          <a:p>
            <a:r>
              <a:rPr lang="en-CA" sz="1100" dirty="0">
                <a:latin typeface="Kode Mono" panose="020B0509070502080503" pitchFamily="49" charset="0"/>
                <a:ea typeface="Kode Mono" panose="020B0509070502080503" pitchFamily="49" charset="0"/>
                <a:cs typeface="Kode Mono" panose="020B0509070502080503" pitchFamily="49" charset="0"/>
              </a:rPr>
              <a:t>Basanta, Adam. </a:t>
            </a:r>
            <a:r>
              <a:rPr lang="en-CA" sz="1100" i="1" dirty="0">
                <a:latin typeface="Kode Mono" panose="020B0509070502080503" pitchFamily="49" charset="0"/>
                <a:ea typeface="Kode Mono" panose="020B0509070502080503" pitchFamily="49" charset="0"/>
                <a:cs typeface="Kode Mono" panose="020B0509070502080503" pitchFamily="49" charset="0"/>
              </a:rPr>
              <a:t>All We’d Ever Need is One Another. </a:t>
            </a:r>
            <a:r>
              <a:rPr lang="en-CA" sz="1100" dirty="0">
                <a:latin typeface="Kode Mono" panose="020B0509070502080503" pitchFamily="49" charset="0"/>
                <a:ea typeface="Kode Mono" panose="020B0509070502080503" pitchFamily="49" charset="0"/>
                <a:cs typeface="Kode Mono" panose="020B0509070502080503" pitchFamily="49" charset="0"/>
              </a:rPr>
              <a:t>2018. Mixed media installation. </a:t>
            </a:r>
            <a:r>
              <a:rPr lang="en-CA" sz="1100" u="sng" dirty="0">
                <a:latin typeface="Kode Mono" panose="020B0509070502080503" pitchFamily="49" charset="0"/>
                <a:ea typeface="Kode Mono" panose="020B0509070502080503" pitchFamily="49" charset="0"/>
                <a:cs typeface="Kode Mono" panose="020B0509070502080503" pitchFamily="49" charset="0"/>
                <a:hlinkClick r:id="rId3"/>
              </a:rPr>
              <a:t>https://adambasanta.com/allwedeverneed.php</a:t>
            </a:r>
            <a:r>
              <a:rPr lang="en-CA" sz="1100" dirty="0">
                <a:latin typeface="Kode Mono" panose="020B0509070502080503" pitchFamily="49" charset="0"/>
                <a:ea typeface="Kode Mono" panose="020B0509070502080503" pitchFamily="49" charset="0"/>
                <a:cs typeface="Kode Mono" panose="020B0509070502080503" pitchFamily="49" charset="0"/>
              </a:rPr>
              <a:t> </a:t>
            </a:r>
          </a:p>
        </p:txBody>
      </p:sp>
    </p:spTree>
    <p:extLst>
      <p:ext uri="{BB962C8B-B14F-4D97-AF65-F5344CB8AC3E}">
        <p14:creationId xmlns:p14="http://schemas.microsoft.com/office/powerpoint/2010/main" val="3682615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37870-0872-A6A0-CE67-DD4097638B93}"/>
              </a:ext>
            </a:extLst>
          </p:cNvPr>
          <p:cNvSpPr>
            <a:spLocks noGrp="1"/>
          </p:cNvSpPr>
          <p:nvPr>
            <p:ph type="title"/>
          </p:nvPr>
        </p:nvSpPr>
        <p:spPr/>
        <p:txBody>
          <a:bodyPr/>
          <a:lstStyle/>
          <a:p>
            <a:endParaRPr lang="en-CA"/>
          </a:p>
        </p:txBody>
      </p:sp>
      <p:pic>
        <p:nvPicPr>
          <p:cNvPr id="4" name="Online Media 3" title="All We'd Ever Need Is One Another">
            <a:hlinkClick r:id="" action="ppaction://media"/>
            <a:extLst>
              <a:ext uri="{FF2B5EF4-FFF2-40B4-BE49-F238E27FC236}">
                <a16:creationId xmlns:a16="http://schemas.microsoft.com/office/drawing/2014/main" id="{8BA6DE8F-2CE1-75E5-5FDD-CA6DD5F295CC}"/>
              </a:ext>
            </a:extLst>
          </p:cNvPr>
          <p:cNvPicPr>
            <a:picLocks noGrp="1" noRot="1" noChangeAspect="1"/>
          </p:cNvPicPr>
          <p:nvPr>
            <p:ph idx="1"/>
            <a:videoFile r:link="rId1"/>
          </p:nvPr>
        </p:nvPicPr>
        <p:blipFill>
          <a:blip r:embed="rId3"/>
          <a:stretch>
            <a:fillRect/>
          </a:stretch>
        </p:blipFill>
        <p:spPr>
          <a:xfrm>
            <a:off x="0" y="0"/>
            <a:ext cx="12192276" cy="6858000"/>
          </a:xfrm>
          <a:prstGeom prst="rect">
            <a:avLst/>
          </a:prstGeom>
        </p:spPr>
      </p:pic>
    </p:spTree>
    <p:extLst>
      <p:ext uri="{BB962C8B-B14F-4D97-AF65-F5344CB8AC3E}">
        <p14:creationId xmlns:p14="http://schemas.microsoft.com/office/powerpoint/2010/main" val="401262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322DF1-59B1-013A-0D79-63E0192F011E}"/>
              </a:ext>
            </a:extLst>
          </p:cNvPr>
          <p:cNvSpPr>
            <a:spLocks noGrp="1"/>
          </p:cNvSpPr>
          <p:nvPr>
            <p:ph idx="1"/>
          </p:nvPr>
        </p:nvSpPr>
        <p:spPr/>
        <p:txBody>
          <a:bodyPr>
            <a:normAutofit fontScale="70000" lnSpcReduction="20000"/>
          </a:bodyPr>
          <a:lstStyle/>
          <a:p>
            <a:pPr marL="0" indent="0">
              <a:buNone/>
            </a:pPr>
            <a:r>
              <a:rPr lang="en-CA" dirty="0">
                <a:latin typeface="Kode Mono" panose="020B0509070502080503" pitchFamily="49" charset="0"/>
                <a:ea typeface="Kode Mono" panose="020B0509070502080503" pitchFamily="49" charset="0"/>
                <a:cs typeface="Kode Mono" panose="020B0509070502080503" pitchFamily="49" charset="0"/>
              </a:rPr>
              <a:t>Artificial removal of ownership of the means of productions: art generator with no master, only an arbitrary model that allows for the commodification of certain iterations</a:t>
            </a:r>
          </a:p>
          <a:p>
            <a:pPr>
              <a:buFontTx/>
              <a:buChar char="-"/>
            </a:pPr>
            <a:endParaRPr lang="en-CA" dirty="0">
              <a:latin typeface="Kode Mono" panose="020B0509070502080503" pitchFamily="49" charset="0"/>
              <a:ea typeface="Kode Mono" panose="020B0509070502080503" pitchFamily="49" charset="0"/>
              <a:cs typeface="Kode Mono" panose="020B0509070502080503" pitchFamily="49" charset="0"/>
            </a:endParaRPr>
          </a:p>
          <a:p>
            <a:pPr marL="0" indent="0">
              <a:buNone/>
            </a:pPr>
            <a:r>
              <a:rPr lang="en-CA" dirty="0">
                <a:latin typeface="Kode Mono" panose="020B0509070502080503" pitchFamily="49" charset="0"/>
                <a:ea typeface="Kode Mono" panose="020B0509070502080503" pitchFamily="49" charset="0"/>
                <a:cs typeface="Kode Mono" panose="020B0509070502080503" pitchFamily="49" charset="0"/>
              </a:rPr>
              <a:t>Critical Theory: Theodor Adorno and Max Horkheimer critique the production of art in the age of modernity in </a:t>
            </a:r>
            <a:r>
              <a:rPr lang="en-CA" i="1" dirty="0">
                <a:latin typeface="Kode Mono" panose="020B0509070502080503" pitchFamily="49" charset="0"/>
                <a:ea typeface="Kode Mono" panose="020B0509070502080503" pitchFamily="49" charset="0"/>
                <a:cs typeface="Kode Mono" panose="020B0509070502080503" pitchFamily="49" charset="0"/>
              </a:rPr>
              <a:t>Dialectic of Enlightenment</a:t>
            </a:r>
            <a:r>
              <a:rPr lang="en-CA" dirty="0">
                <a:latin typeface="Kode Mono" panose="020B0509070502080503" pitchFamily="49" charset="0"/>
                <a:ea typeface="Kode Mono" panose="020B0509070502080503" pitchFamily="49" charset="0"/>
                <a:cs typeface="Kode Mono" panose="020B0509070502080503" pitchFamily="49" charset="0"/>
              </a:rPr>
              <a:t>: </a:t>
            </a:r>
          </a:p>
          <a:p>
            <a:pPr marL="0" indent="0">
              <a:buNone/>
            </a:pPr>
            <a:r>
              <a:rPr lang="en-CA" sz="3400" dirty="0">
                <a:latin typeface="Kode Mono" panose="020B0509070502080503" pitchFamily="49" charset="0"/>
                <a:ea typeface="Kode Mono" panose="020B0509070502080503" pitchFamily="49" charset="0"/>
                <a:cs typeface="Kode Mono" panose="020B0509070502080503" pitchFamily="49" charset="0"/>
              </a:rPr>
              <a:t>“Art for the masses has destroyed the dream but still conforms to the tenets of that dreaming idealism… Everything derives from consciousness: … in mass art, from the consciousness of the production team.” </a:t>
            </a:r>
          </a:p>
          <a:p>
            <a:pPr marL="0" indent="0">
              <a:buNone/>
            </a:pPr>
            <a:endParaRPr lang="en-CA" dirty="0">
              <a:latin typeface="Kode Mono" panose="020B0509070502080503" pitchFamily="49" charset="0"/>
              <a:ea typeface="Kode Mono" panose="020B0509070502080503" pitchFamily="49" charset="0"/>
              <a:cs typeface="Kode Mono" panose="020B0509070502080503" pitchFamily="49" charset="0"/>
            </a:endParaRPr>
          </a:p>
          <a:p>
            <a:pPr marL="0" indent="0">
              <a:buNone/>
            </a:pPr>
            <a:r>
              <a:rPr lang="en-CA" dirty="0">
                <a:latin typeface="Kode Mono" panose="020B0509070502080503" pitchFamily="49" charset="0"/>
                <a:ea typeface="Kode Mono" panose="020B0509070502080503" pitchFamily="49" charset="0"/>
                <a:cs typeface="Kode Mono" panose="020B0509070502080503" pitchFamily="49" charset="0"/>
              </a:rPr>
              <a:t>In this context, my piece </a:t>
            </a:r>
            <a:r>
              <a:rPr lang="en-CA" b="1" u="sng" dirty="0">
                <a:latin typeface="Kode Mono" panose="020B0509070502080503" pitchFamily="49" charset="0"/>
                <a:ea typeface="Kode Mono" panose="020B0509070502080503" pitchFamily="49" charset="0"/>
                <a:cs typeface="Kode Mono" panose="020B0509070502080503" pitchFamily="49" charset="0"/>
              </a:rPr>
              <a:t>critiques what is considered art, using the banality of a concrete wall to communicate anti-capitalist ideals, reframing materiality as being politically charged.</a:t>
            </a:r>
          </a:p>
          <a:p>
            <a:pPr marL="0" indent="0">
              <a:buNone/>
            </a:pPr>
            <a:endParaRPr lang="en-CA" dirty="0">
              <a:latin typeface="Kode Mono" panose="020B0509070502080503" pitchFamily="49" charset="0"/>
              <a:ea typeface="Kode Mono" panose="020B0509070502080503" pitchFamily="49" charset="0"/>
              <a:cs typeface="Kode Mono" panose="020B0509070502080503" pitchFamily="49" charset="0"/>
            </a:endParaRPr>
          </a:p>
          <a:p>
            <a:pPr marL="0" indent="0">
              <a:buNone/>
            </a:pPr>
            <a:endParaRPr lang="en-CA" dirty="0"/>
          </a:p>
        </p:txBody>
      </p:sp>
      <p:sp>
        <p:nvSpPr>
          <p:cNvPr id="5" name="TextBox 4">
            <a:extLst>
              <a:ext uri="{FF2B5EF4-FFF2-40B4-BE49-F238E27FC236}">
                <a16:creationId xmlns:a16="http://schemas.microsoft.com/office/drawing/2014/main" id="{A4CF30FB-A455-3F89-1458-FCB248D28C81}"/>
              </a:ext>
            </a:extLst>
          </p:cNvPr>
          <p:cNvSpPr txBox="1"/>
          <p:nvPr/>
        </p:nvSpPr>
        <p:spPr>
          <a:xfrm>
            <a:off x="838200" y="6293293"/>
            <a:ext cx="10257485" cy="261610"/>
          </a:xfrm>
          <a:prstGeom prst="rect">
            <a:avLst/>
          </a:prstGeom>
          <a:noFill/>
        </p:spPr>
        <p:txBody>
          <a:bodyPr wrap="square">
            <a:spAutoFit/>
          </a:bodyPr>
          <a:lstStyle/>
          <a:p>
            <a:r>
              <a:rPr lang="en-CA" sz="1100" dirty="0">
                <a:latin typeface="Kode Mono" panose="020B0509070502080503" pitchFamily="49" charset="0"/>
                <a:ea typeface="Kode Mono" panose="020B0509070502080503" pitchFamily="49" charset="0"/>
                <a:cs typeface="Kode Mono" panose="020B0509070502080503" pitchFamily="49" charset="0"/>
              </a:rPr>
              <a:t>Adorno and Horkheimer, </a:t>
            </a:r>
            <a:r>
              <a:rPr lang="en-CA" sz="1100" i="1" dirty="0">
                <a:latin typeface="Kode Mono" panose="020B0509070502080503" pitchFamily="49" charset="0"/>
                <a:ea typeface="Kode Mono" panose="020B0509070502080503" pitchFamily="49" charset="0"/>
                <a:cs typeface="Kode Mono" panose="020B0509070502080503" pitchFamily="49" charset="0"/>
              </a:rPr>
              <a:t>Dialectic of Enlightenment</a:t>
            </a:r>
            <a:r>
              <a:rPr lang="en-CA" sz="1100" dirty="0">
                <a:latin typeface="Kode Mono" panose="020B0509070502080503" pitchFamily="49" charset="0"/>
                <a:ea typeface="Kode Mono" panose="020B0509070502080503" pitchFamily="49" charset="0"/>
                <a:cs typeface="Kode Mono" panose="020B0509070502080503" pitchFamily="49" charset="0"/>
              </a:rPr>
              <a:t>, trans. John Cumming</a:t>
            </a:r>
            <a:r>
              <a:rPr lang="en-CA" sz="1100" i="1" dirty="0">
                <a:latin typeface="Kode Mono" panose="020B0509070502080503" pitchFamily="49" charset="0"/>
                <a:ea typeface="Kode Mono" panose="020B0509070502080503" pitchFamily="49" charset="0"/>
                <a:cs typeface="Kode Mono" panose="020B0509070502080503" pitchFamily="49" charset="0"/>
              </a:rPr>
              <a:t> </a:t>
            </a:r>
            <a:r>
              <a:rPr lang="en-CA" sz="1100" dirty="0">
                <a:latin typeface="Kode Mono" panose="020B0509070502080503" pitchFamily="49" charset="0"/>
                <a:ea typeface="Kode Mono" panose="020B0509070502080503" pitchFamily="49" charset="0"/>
                <a:cs typeface="Kode Mono" panose="020B0509070502080503" pitchFamily="49" charset="0"/>
              </a:rPr>
              <a:t>(Verso, 1997; original text 1944), 125.</a:t>
            </a:r>
          </a:p>
        </p:txBody>
      </p:sp>
    </p:spTree>
    <p:extLst>
      <p:ext uri="{BB962C8B-B14F-4D97-AF65-F5344CB8AC3E}">
        <p14:creationId xmlns:p14="http://schemas.microsoft.com/office/powerpoint/2010/main" val="2694901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66CBB-AC4D-82D2-C57B-BF83D8014E9A}"/>
              </a:ext>
            </a:extLst>
          </p:cNvPr>
          <p:cNvSpPr>
            <a:spLocks noGrp="1"/>
          </p:cNvSpPr>
          <p:nvPr>
            <p:ph type="title"/>
          </p:nvPr>
        </p:nvSpPr>
        <p:spPr/>
        <p:txBody>
          <a:bodyPr/>
          <a:lstStyle/>
          <a:p>
            <a:r>
              <a:rPr lang="en-CA" dirty="0">
                <a:latin typeface="Kode Mono" panose="020B0509070502080503" pitchFamily="49" charset="0"/>
                <a:ea typeface="Kode Mono" panose="020B0509070502080503" pitchFamily="49" charset="0"/>
                <a:cs typeface="Kode Mono" panose="020B0509070502080503" pitchFamily="49" charset="0"/>
              </a:rPr>
              <a:t>Scope and Feasibility</a:t>
            </a:r>
          </a:p>
        </p:txBody>
      </p:sp>
      <p:sp>
        <p:nvSpPr>
          <p:cNvPr id="3" name="Content Placeholder 2">
            <a:extLst>
              <a:ext uri="{FF2B5EF4-FFF2-40B4-BE49-F238E27FC236}">
                <a16:creationId xmlns:a16="http://schemas.microsoft.com/office/drawing/2014/main" id="{F17C2BC4-8A19-9CD8-B974-BF3C4E0AC06B}"/>
              </a:ext>
            </a:extLst>
          </p:cNvPr>
          <p:cNvSpPr>
            <a:spLocks noGrp="1"/>
          </p:cNvSpPr>
          <p:nvPr>
            <p:ph idx="1"/>
          </p:nvPr>
        </p:nvSpPr>
        <p:spPr/>
        <p:txBody>
          <a:bodyPr>
            <a:normAutofit/>
          </a:bodyPr>
          <a:lstStyle/>
          <a:p>
            <a:pPr>
              <a:buFontTx/>
              <a:buChar char="-"/>
            </a:pPr>
            <a:r>
              <a:rPr lang="en-CA" sz="2000" dirty="0">
                <a:latin typeface="Kode Mono" panose="020B0509070502080503" pitchFamily="49" charset="0"/>
                <a:ea typeface="Kode Mono" panose="020B0509070502080503" pitchFamily="49" charset="0"/>
                <a:cs typeface="Kode Mono" panose="020B0509070502080503" pitchFamily="49" charset="0"/>
              </a:rPr>
              <a:t>procedural texture generation algorithms</a:t>
            </a:r>
          </a:p>
          <a:p>
            <a:pPr lvl="1">
              <a:buFontTx/>
              <a:buChar char="-"/>
            </a:pPr>
            <a:r>
              <a:rPr lang="en-CA" sz="1600" dirty="0">
                <a:latin typeface="Kode Mono" panose="020B0509070502080503" pitchFamily="49" charset="0"/>
                <a:ea typeface="Kode Mono" panose="020B0509070502080503" pitchFamily="49" charset="0"/>
                <a:cs typeface="Kode Mono" panose="020B0509070502080503" pitchFamily="49" charset="0"/>
              </a:rPr>
              <a:t>I have never written one but I have written iterative algorithms before</a:t>
            </a:r>
          </a:p>
          <a:p>
            <a:pPr lvl="1">
              <a:buFontTx/>
              <a:buChar char="-"/>
            </a:pPr>
            <a:r>
              <a:rPr lang="en-CA" sz="1600" dirty="0">
                <a:latin typeface="Kode Mono" panose="020B0509070502080503" pitchFamily="49" charset="0"/>
                <a:ea typeface="Kode Mono" panose="020B0509070502080503" pitchFamily="49" charset="0"/>
                <a:cs typeface="Kode Mono" panose="020B0509070502080503" pitchFamily="49" charset="0"/>
              </a:rPr>
              <a:t>I am not sure how computationally expensive it will be to keep the algorithm running over a long period of time.</a:t>
            </a:r>
          </a:p>
          <a:p>
            <a:pPr>
              <a:buFontTx/>
              <a:buChar char="-"/>
            </a:pPr>
            <a:r>
              <a:rPr lang="en-CA" sz="2000" dirty="0">
                <a:latin typeface="Kode Mono" panose="020B0509070502080503" pitchFamily="49" charset="0"/>
                <a:ea typeface="Kode Mono" panose="020B0509070502080503" pitchFamily="49" charset="0"/>
                <a:cs typeface="Kode Mono" panose="020B0509070502080503" pitchFamily="49" charset="0"/>
              </a:rPr>
              <a:t>data extraction</a:t>
            </a:r>
          </a:p>
          <a:p>
            <a:pPr lvl="1">
              <a:buFontTx/>
              <a:buChar char="-"/>
            </a:pPr>
            <a:r>
              <a:rPr lang="en-CA" sz="1600" dirty="0">
                <a:latin typeface="Kode Mono" panose="020B0509070502080503" pitchFamily="49" charset="0"/>
                <a:ea typeface="Kode Mono" panose="020B0509070502080503" pitchFamily="49" charset="0"/>
                <a:cs typeface="Kode Mono" panose="020B0509070502080503" pitchFamily="49" charset="0"/>
              </a:rPr>
              <a:t>I understand arrays and how to store data in JavaScript</a:t>
            </a:r>
          </a:p>
          <a:p>
            <a:pPr lvl="1">
              <a:buFontTx/>
              <a:buChar char="-"/>
            </a:pPr>
            <a:r>
              <a:rPr lang="en-CA" sz="1600" dirty="0">
                <a:latin typeface="Kode Mono" panose="020B0509070502080503" pitchFamily="49" charset="0"/>
                <a:ea typeface="Kode Mono" panose="020B0509070502080503" pitchFamily="49" charset="0"/>
                <a:cs typeface="Kode Mono" panose="020B0509070502080503" pitchFamily="49" charset="0"/>
              </a:rPr>
              <a:t>I will need to better understand how to extract data and manipulate it (from users and APIs)</a:t>
            </a:r>
          </a:p>
        </p:txBody>
      </p:sp>
    </p:spTree>
    <p:extLst>
      <p:ext uri="{BB962C8B-B14F-4D97-AF65-F5344CB8AC3E}">
        <p14:creationId xmlns:p14="http://schemas.microsoft.com/office/powerpoint/2010/main" val="1767799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E913F-0833-6B72-626F-E8C5BE44C904}"/>
              </a:ext>
            </a:extLst>
          </p:cNvPr>
          <p:cNvSpPr>
            <a:spLocks noGrp="1"/>
          </p:cNvSpPr>
          <p:nvPr>
            <p:ph type="title"/>
          </p:nvPr>
        </p:nvSpPr>
        <p:spPr/>
        <p:txBody>
          <a:bodyPr/>
          <a:lstStyle/>
          <a:p>
            <a:r>
              <a:rPr lang="en-CA" dirty="0">
                <a:latin typeface="Kode Mono" panose="020B0509070502080503" pitchFamily="49" charset="0"/>
                <a:ea typeface="Kode Mono" panose="020B0509070502080503" pitchFamily="49" charset="0"/>
                <a:cs typeface="Kode Mono" panose="020B0509070502080503" pitchFamily="49" charset="0"/>
              </a:rPr>
              <a:t>Visual / Aesthetic Direction</a:t>
            </a:r>
          </a:p>
        </p:txBody>
      </p:sp>
      <p:sp>
        <p:nvSpPr>
          <p:cNvPr id="3" name="Content Placeholder 2">
            <a:extLst>
              <a:ext uri="{FF2B5EF4-FFF2-40B4-BE49-F238E27FC236}">
                <a16:creationId xmlns:a16="http://schemas.microsoft.com/office/drawing/2014/main" id="{0CFF1C62-34C5-A48A-21AF-8F926F802AF5}"/>
              </a:ext>
            </a:extLst>
          </p:cNvPr>
          <p:cNvSpPr>
            <a:spLocks noGrp="1"/>
          </p:cNvSpPr>
          <p:nvPr>
            <p:ph idx="1"/>
          </p:nvPr>
        </p:nvSpPr>
        <p:spPr/>
        <p:txBody>
          <a:bodyPr>
            <a:normAutofit/>
          </a:bodyPr>
          <a:lstStyle/>
          <a:p>
            <a:pPr>
              <a:buFontTx/>
              <a:buChar char="-"/>
            </a:pPr>
            <a:r>
              <a:rPr lang="en-CA" sz="1800" dirty="0">
                <a:latin typeface="Kode Mono" panose="020B0509070502080503" pitchFamily="49" charset="0"/>
                <a:ea typeface="Kode Mono" panose="020B0509070502080503" pitchFamily="49" charset="0"/>
                <a:cs typeface="Kode Mono" panose="020B0509070502080503" pitchFamily="49" charset="0"/>
              </a:rPr>
              <a:t>brutalist/minimalist</a:t>
            </a:r>
          </a:p>
          <a:p>
            <a:pPr>
              <a:buFontTx/>
              <a:buChar char="-"/>
            </a:pPr>
            <a:r>
              <a:rPr lang="en-CA" sz="1800" dirty="0">
                <a:latin typeface="Kode Mono" panose="020B0509070502080503" pitchFamily="49" charset="0"/>
                <a:ea typeface="Kode Mono" panose="020B0509070502080503" pitchFamily="49" charset="0"/>
                <a:cs typeface="Kode Mono" panose="020B0509070502080503" pitchFamily="49" charset="0"/>
              </a:rPr>
              <a:t>banal, uninteresting, maybe a bit intriguing</a:t>
            </a:r>
          </a:p>
          <a:p>
            <a:pPr>
              <a:buFontTx/>
              <a:buChar char="-"/>
            </a:pPr>
            <a:r>
              <a:rPr lang="en-CA" sz="1800" dirty="0" err="1">
                <a:latin typeface="Kode Mono" panose="020B0509070502080503" pitchFamily="49" charset="0"/>
                <a:ea typeface="Kode Mono" panose="020B0509070502080503" pitchFamily="49" charset="0"/>
                <a:cs typeface="Kode Mono" panose="020B0509070502080503" pitchFamily="49" charset="0"/>
              </a:rPr>
              <a:t>hyperrealistic</a:t>
            </a:r>
            <a:r>
              <a:rPr lang="en-CA" sz="1800" dirty="0">
                <a:latin typeface="Kode Mono" panose="020B0509070502080503" pitchFamily="49" charset="0"/>
                <a:ea typeface="Kode Mono" panose="020B0509070502080503" pitchFamily="49" charset="0"/>
                <a:cs typeface="Kode Mono" panose="020B0509070502080503" pitchFamily="49" charset="0"/>
              </a:rPr>
              <a:t> concrete wall image</a:t>
            </a:r>
          </a:p>
          <a:p>
            <a:pPr>
              <a:buFontTx/>
              <a:buChar char="-"/>
            </a:pPr>
            <a:r>
              <a:rPr lang="en-CA" sz="1800" dirty="0">
                <a:latin typeface="Kode Mono" panose="020B0509070502080503" pitchFamily="49" charset="0"/>
                <a:ea typeface="Kode Mono" panose="020B0509070502080503" pitchFamily="49" charset="0"/>
                <a:cs typeface="Kode Mono" panose="020B0509070502080503" pitchFamily="49" charset="0"/>
              </a:rPr>
              <a:t>uncanny synthetic image</a:t>
            </a:r>
          </a:p>
          <a:p>
            <a:pPr>
              <a:buFontTx/>
              <a:buChar char="-"/>
            </a:pPr>
            <a:r>
              <a:rPr lang="en-CA" sz="1800" dirty="0">
                <a:latin typeface="Kode Mono" panose="020B0509070502080503" pitchFamily="49" charset="0"/>
                <a:ea typeface="Kode Mono" panose="020B0509070502080503" pitchFamily="49" charset="0"/>
                <a:cs typeface="Kode Mono" panose="020B0509070502080503" pitchFamily="49" charset="0"/>
              </a:rPr>
              <a:t>white background</a:t>
            </a:r>
          </a:p>
          <a:p>
            <a:pPr>
              <a:buFontTx/>
              <a:buChar char="-"/>
            </a:pPr>
            <a:r>
              <a:rPr lang="en-CA" sz="1800" dirty="0">
                <a:latin typeface="Kode Mono" panose="020B0509070502080503" pitchFamily="49" charset="0"/>
                <a:ea typeface="Kode Mono" panose="020B0509070502080503" pitchFamily="49" charset="0"/>
                <a:cs typeface="Kode Mono" panose="020B0509070502080503" pitchFamily="49" charset="0"/>
              </a:rPr>
              <a:t>timeline for users to hover over as well as navigate to visualize the evolution of the texture over time</a:t>
            </a:r>
          </a:p>
          <a:p>
            <a:pPr>
              <a:buFontTx/>
              <a:buChar char="-"/>
            </a:pPr>
            <a:r>
              <a:rPr lang="en-CA" sz="1800" dirty="0">
                <a:latin typeface="Kode Mono" panose="020B0509070502080503" pitchFamily="49" charset="0"/>
                <a:ea typeface="Kode Mono" panose="020B0509070502080503" pitchFamily="49" charset="0"/>
                <a:cs typeface="Kode Mono" panose="020B0509070502080503" pitchFamily="49" charset="0"/>
              </a:rPr>
              <a:t>layering of information over the image when it is printed</a:t>
            </a:r>
          </a:p>
          <a:p>
            <a:pPr lvl="1">
              <a:buFontTx/>
              <a:buChar char="-"/>
            </a:pPr>
            <a:r>
              <a:rPr lang="en-CA" sz="1600" dirty="0">
                <a:latin typeface="Kode Mono" panose="020B0509070502080503" pitchFamily="49" charset="0"/>
                <a:ea typeface="Kode Mono" panose="020B0509070502080503" pitchFamily="49" charset="0"/>
                <a:cs typeface="Kode Mono" panose="020B0509070502080503" pitchFamily="49" charset="0"/>
              </a:rPr>
              <a:t>refined but busy, odd and absurd, evoking the codes of commodification</a:t>
            </a:r>
          </a:p>
        </p:txBody>
      </p:sp>
    </p:spTree>
    <p:extLst>
      <p:ext uri="{BB962C8B-B14F-4D97-AF65-F5344CB8AC3E}">
        <p14:creationId xmlns:p14="http://schemas.microsoft.com/office/powerpoint/2010/main" val="1509186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rutalism in design: its history and evolution in modern websites -  99designs">
            <a:extLst>
              <a:ext uri="{FF2B5EF4-FFF2-40B4-BE49-F238E27FC236}">
                <a16:creationId xmlns:a16="http://schemas.microsoft.com/office/drawing/2014/main" id="{0BA1494D-67E4-EA99-27C3-E98F2D287C2F}"/>
              </a:ext>
            </a:extLst>
          </p:cNvPr>
          <p:cNvPicPr>
            <a:picLocks noChangeAspect="1"/>
          </p:cNvPicPr>
          <p:nvPr/>
        </p:nvPicPr>
        <p:blipFill>
          <a:blip r:embed="rId2"/>
          <a:stretch>
            <a:fillRect/>
          </a:stretch>
        </p:blipFill>
        <p:spPr>
          <a:xfrm>
            <a:off x="386556" y="263847"/>
            <a:ext cx="3136495" cy="2252880"/>
          </a:xfrm>
          <a:prstGeom prst="rect">
            <a:avLst/>
          </a:prstGeom>
        </p:spPr>
      </p:pic>
      <p:sp>
        <p:nvSpPr>
          <p:cNvPr id="5" name="TextBox 4">
            <a:extLst>
              <a:ext uri="{FF2B5EF4-FFF2-40B4-BE49-F238E27FC236}">
                <a16:creationId xmlns:a16="http://schemas.microsoft.com/office/drawing/2014/main" id="{3D548099-AED1-EFF1-1C00-BC2EB64DAEB6}"/>
              </a:ext>
            </a:extLst>
          </p:cNvPr>
          <p:cNvSpPr txBox="1"/>
          <p:nvPr/>
        </p:nvSpPr>
        <p:spPr>
          <a:xfrm>
            <a:off x="3836237" y="263847"/>
            <a:ext cx="5091632" cy="1246495"/>
          </a:xfrm>
          <a:prstGeom prst="rect">
            <a:avLst/>
          </a:prstGeom>
          <a:noFill/>
        </p:spPr>
        <p:txBody>
          <a:bodyPr wrap="square" rtlCol="0">
            <a:spAutoFit/>
          </a:bodyPr>
          <a:lstStyle/>
          <a:p>
            <a:r>
              <a:rPr lang="en-CA" sz="1100" dirty="0">
                <a:latin typeface="Kode Mono" panose="020B0509070502080503" pitchFamily="49" charset="0"/>
                <a:ea typeface="Kode Mono" panose="020B0509070502080503" pitchFamily="49" charset="0"/>
                <a:cs typeface="Kode Mono" panose="020B0509070502080503" pitchFamily="49" charset="0"/>
              </a:rPr>
              <a:t>2.</a:t>
            </a:r>
          </a:p>
          <a:p>
            <a:r>
              <a:rPr lang="en-CA" sz="1600" dirty="0">
                <a:latin typeface="Kode Mono" panose="020B0509070502080503" pitchFamily="49" charset="0"/>
                <a:ea typeface="Kode Mono" panose="020B0509070502080503" pitchFamily="49" charset="0"/>
                <a:cs typeface="Kode Mono" panose="020B0509070502080503" pitchFamily="49" charset="0"/>
              </a:rPr>
              <a:t>Brutalism: The term comes from the French </a:t>
            </a:r>
            <a:r>
              <a:rPr lang="en-CA" sz="1600" i="1" dirty="0">
                <a:latin typeface="Kode Mono" panose="020B0509070502080503" pitchFamily="49" charset="0"/>
                <a:ea typeface="Kode Mono" panose="020B0509070502080503" pitchFamily="49" charset="0"/>
                <a:cs typeface="Kode Mono" panose="020B0509070502080503" pitchFamily="49" charset="0"/>
              </a:rPr>
              <a:t>béton brut</a:t>
            </a:r>
            <a:r>
              <a:rPr lang="en-CA" sz="1600" dirty="0">
                <a:latin typeface="Kode Mono" panose="020B0509070502080503" pitchFamily="49" charset="0"/>
                <a:ea typeface="Kode Mono" panose="020B0509070502080503" pitchFamily="49" charset="0"/>
                <a:cs typeface="Kode Mono" panose="020B0509070502080503" pitchFamily="49" charset="0"/>
              </a:rPr>
              <a:t> or “raw concrete,” and like it’s namesake, the style is stark, honest and captivating.</a:t>
            </a:r>
            <a:endParaRPr lang="en-CA" sz="1100" dirty="0">
              <a:latin typeface="Kode Mono" panose="020B0509070502080503" pitchFamily="49" charset="0"/>
              <a:ea typeface="Kode Mono" panose="020B0509070502080503" pitchFamily="49" charset="0"/>
              <a:cs typeface="Kode Mono" panose="020B0509070502080503" pitchFamily="49" charset="0"/>
            </a:endParaRPr>
          </a:p>
        </p:txBody>
      </p:sp>
      <p:sp>
        <p:nvSpPr>
          <p:cNvPr id="7" name="TextBox 6">
            <a:extLst>
              <a:ext uri="{FF2B5EF4-FFF2-40B4-BE49-F238E27FC236}">
                <a16:creationId xmlns:a16="http://schemas.microsoft.com/office/drawing/2014/main" id="{6846B747-F965-E92B-E8DB-3403E8839FE0}"/>
              </a:ext>
            </a:extLst>
          </p:cNvPr>
          <p:cNvSpPr txBox="1"/>
          <p:nvPr/>
        </p:nvSpPr>
        <p:spPr>
          <a:xfrm>
            <a:off x="393352" y="6199974"/>
            <a:ext cx="11862379" cy="646331"/>
          </a:xfrm>
          <a:prstGeom prst="rect">
            <a:avLst/>
          </a:prstGeom>
          <a:noFill/>
        </p:spPr>
        <p:txBody>
          <a:bodyPr wrap="square" rtlCol="0">
            <a:spAutoFit/>
          </a:bodyPr>
          <a:lstStyle/>
          <a:p>
            <a:r>
              <a:rPr lang="en-CA" sz="1200" dirty="0">
                <a:latin typeface="Kode Mono" panose="020B0509070502080503" pitchFamily="49" charset="0"/>
                <a:ea typeface="Kode Mono" panose="020B0509070502080503" pitchFamily="49" charset="0"/>
                <a:cs typeface="Kode Mono" panose="020B0509070502080503" pitchFamily="49" charset="0"/>
              </a:rPr>
              <a:t>1, 2. Levanier, Johnny. “Brutalism in design: its history and evolution in modern websites.” </a:t>
            </a:r>
            <a:r>
              <a:rPr lang="en-CA" sz="1200" i="1" dirty="0">
                <a:latin typeface="Kode Mono" panose="020B0509070502080503" pitchFamily="49" charset="0"/>
                <a:ea typeface="Kode Mono" panose="020B0509070502080503" pitchFamily="49" charset="0"/>
                <a:cs typeface="Kode Mono" panose="020B0509070502080503" pitchFamily="49" charset="0"/>
              </a:rPr>
              <a:t>99designs by Vista</a:t>
            </a:r>
            <a:r>
              <a:rPr lang="en-CA" sz="1200" dirty="0">
                <a:latin typeface="Kode Mono" panose="020B0509070502080503" pitchFamily="49" charset="0"/>
                <a:ea typeface="Kode Mono" panose="020B0509070502080503" pitchFamily="49" charset="0"/>
                <a:cs typeface="Kode Mono" panose="020B0509070502080503" pitchFamily="49" charset="0"/>
              </a:rPr>
              <a:t>. 2021.</a:t>
            </a:r>
          </a:p>
          <a:p>
            <a:r>
              <a:rPr lang="en-CA" sz="1200" dirty="0">
                <a:latin typeface="Kode Mono" panose="020B0509070502080503" pitchFamily="49" charset="0"/>
                <a:ea typeface="Kode Mono" panose="020B0509070502080503" pitchFamily="49" charset="0"/>
                <a:cs typeface="Kode Mono" panose="020B0509070502080503" pitchFamily="49" charset="0"/>
                <a:hlinkClick r:id="rId3"/>
              </a:rPr>
              <a:t>https://99designs.com/blog/design-history-movements/brutalism/</a:t>
            </a:r>
            <a:r>
              <a:rPr lang="en-CA" sz="1200" dirty="0">
                <a:latin typeface="Kode Mono" panose="020B0509070502080503" pitchFamily="49" charset="0"/>
                <a:ea typeface="Kode Mono" panose="020B0509070502080503" pitchFamily="49" charset="0"/>
                <a:cs typeface="Kode Mono" panose="020B0509070502080503" pitchFamily="49" charset="0"/>
              </a:rPr>
              <a:t> (Picture credit: </a:t>
            </a:r>
            <a:r>
              <a:rPr lang="en-US" sz="1200" dirty="0">
                <a:latin typeface="Kode Mono" panose="020B0509070502080503" pitchFamily="49" charset="0"/>
                <a:ea typeface="Kode Mono" panose="020B0509070502080503" pitchFamily="49" charset="0"/>
                <a:cs typeface="Kode Mono" panose="020B0509070502080503" pitchFamily="49" charset="0"/>
              </a:rPr>
              <a:t>Design by Ben Johnson via </a:t>
            </a:r>
            <a:r>
              <a:rPr lang="en-US" sz="1200" dirty="0" err="1">
                <a:latin typeface="Kode Mono" panose="020B0509070502080503" pitchFamily="49" charset="0"/>
                <a:ea typeface="Kode Mono" panose="020B0509070502080503" pitchFamily="49" charset="0"/>
                <a:cs typeface="Kode Mono" panose="020B0509070502080503" pitchFamily="49" charset="0"/>
              </a:rPr>
              <a:t>Dribbble</a:t>
            </a:r>
            <a:r>
              <a:rPr lang="en-US" sz="1200" dirty="0">
                <a:latin typeface="Kode Mono" panose="020B0509070502080503" pitchFamily="49" charset="0"/>
                <a:ea typeface="Kode Mono" panose="020B0509070502080503" pitchFamily="49" charset="0"/>
                <a:cs typeface="Kode Mono" panose="020B0509070502080503" pitchFamily="49" charset="0"/>
              </a:rPr>
              <a:t>)</a:t>
            </a:r>
          </a:p>
          <a:p>
            <a:endParaRPr lang="en-CA" sz="1200" dirty="0">
              <a:latin typeface="Kode Mono" panose="020B0509070502080503" pitchFamily="49" charset="0"/>
              <a:ea typeface="Kode Mono" panose="020B0509070502080503" pitchFamily="49" charset="0"/>
              <a:cs typeface="Kode Mono" panose="020B0509070502080503" pitchFamily="49" charset="0"/>
            </a:endParaRPr>
          </a:p>
        </p:txBody>
      </p:sp>
      <p:pic>
        <p:nvPicPr>
          <p:cNvPr id="9" name="Picture 8">
            <a:extLst>
              <a:ext uri="{FF2B5EF4-FFF2-40B4-BE49-F238E27FC236}">
                <a16:creationId xmlns:a16="http://schemas.microsoft.com/office/drawing/2014/main" id="{59DFD4B6-DA72-E226-7D05-B0CEC0B28EA8}"/>
              </a:ext>
            </a:extLst>
          </p:cNvPr>
          <p:cNvPicPr>
            <a:picLocks noChangeAspect="1"/>
          </p:cNvPicPr>
          <p:nvPr/>
        </p:nvPicPr>
        <p:blipFill>
          <a:blip r:embed="rId4"/>
          <a:stretch>
            <a:fillRect/>
          </a:stretch>
        </p:blipFill>
        <p:spPr>
          <a:xfrm>
            <a:off x="4696691" y="1712421"/>
            <a:ext cx="5253972" cy="2943292"/>
          </a:xfrm>
          <a:prstGeom prst="rect">
            <a:avLst/>
          </a:prstGeom>
        </p:spPr>
      </p:pic>
      <p:sp>
        <p:nvSpPr>
          <p:cNvPr id="10" name="TextBox 9">
            <a:extLst>
              <a:ext uri="{FF2B5EF4-FFF2-40B4-BE49-F238E27FC236}">
                <a16:creationId xmlns:a16="http://schemas.microsoft.com/office/drawing/2014/main" id="{E3A79FCB-506C-19B3-9206-86D20E814455}"/>
              </a:ext>
            </a:extLst>
          </p:cNvPr>
          <p:cNvSpPr txBox="1"/>
          <p:nvPr/>
        </p:nvSpPr>
        <p:spPr>
          <a:xfrm>
            <a:off x="73459" y="263847"/>
            <a:ext cx="5091632" cy="276999"/>
          </a:xfrm>
          <a:prstGeom prst="rect">
            <a:avLst/>
          </a:prstGeom>
          <a:noFill/>
        </p:spPr>
        <p:txBody>
          <a:bodyPr wrap="square" rtlCol="0">
            <a:spAutoFit/>
          </a:bodyPr>
          <a:lstStyle/>
          <a:p>
            <a:r>
              <a:rPr lang="en-CA" sz="1200" dirty="0"/>
              <a:t>1.</a:t>
            </a:r>
            <a:endParaRPr lang="en-CA" sz="1200" b="1" dirty="0"/>
          </a:p>
        </p:txBody>
      </p:sp>
      <p:sp>
        <p:nvSpPr>
          <p:cNvPr id="11" name="TextBox 10">
            <a:extLst>
              <a:ext uri="{FF2B5EF4-FFF2-40B4-BE49-F238E27FC236}">
                <a16:creationId xmlns:a16="http://schemas.microsoft.com/office/drawing/2014/main" id="{688AF5CD-255D-B7A5-3723-69F72F7B0CFD}"/>
              </a:ext>
            </a:extLst>
          </p:cNvPr>
          <p:cNvSpPr txBox="1"/>
          <p:nvPr/>
        </p:nvSpPr>
        <p:spPr>
          <a:xfrm>
            <a:off x="4303458" y="1689375"/>
            <a:ext cx="5091632" cy="276999"/>
          </a:xfrm>
          <a:prstGeom prst="rect">
            <a:avLst/>
          </a:prstGeom>
          <a:noFill/>
        </p:spPr>
        <p:txBody>
          <a:bodyPr wrap="square" rtlCol="0">
            <a:spAutoFit/>
          </a:bodyPr>
          <a:lstStyle/>
          <a:p>
            <a:r>
              <a:rPr lang="en-CA" sz="1200" dirty="0"/>
              <a:t>3.</a:t>
            </a:r>
            <a:endParaRPr lang="en-CA" sz="1200" b="1" dirty="0"/>
          </a:p>
        </p:txBody>
      </p:sp>
      <p:pic>
        <p:nvPicPr>
          <p:cNvPr id="13" name="Picture 12">
            <a:extLst>
              <a:ext uri="{FF2B5EF4-FFF2-40B4-BE49-F238E27FC236}">
                <a16:creationId xmlns:a16="http://schemas.microsoft.com/office/drawing/2014/main" id="{36E71EA4-9E9D-8040-E618-F0A08B17579F}"/>
              </a:ext>
            </a:extLst>
          </p:cNvPr>
          <p:cNvPicPr>
            <a:picLocks noChangeAspect="1"/>
          </p:cNvPicPr>
          <p:nvPr/>
        </p:nvPicPr>
        <p:blipFill>
          <a:blip r:embed="rId5"/>
          <a:stretch>
            <a:fillRect/>
          </a:stretch>
        </p:blipFill>
        <p:spPr>
          <a:xfrm>
            <a:off x="73459" y="2965730"/>
            <a:ext cx="4455215" cy="2516726"/>
          </a:xfrm>
          <a:prstGeom prst="rect">
            <a:avLst/>
          </a:prstGeom>
        </p:spPr>
      </p:pic>
      <p:sp>
        <p:nvSpPr>
          <p:cNvPr id="14" name="TextBox 13">
            <a:extLst>
              <a:ext uri="{FF2B5EF4-FFF2-40B4-BE49-F238E27FC236}">
                <a16:creationId xmlns:a16="http://schemas.microsoft.com/office/drawing/2014/main" id="{15EF59C1-3C6D-80DF-407A-0D5CE380984F}"/>
              </a:ext>
            </a:extLst>
          </p:cNvPr>
          <p:cNvSpPr txBox="1"/>
          <p:nvPr/>
        </p:nvSpPr>
        <p:spPr>
          <a:xfrm>
            <a:off x="0" y="5482456"/>
            <a:ext cx="5091632" cy="276999"/>
          </a:xfrm>
          <a:prstGeom prst="rect">
            <a:avLst/>
          </a:prstGeom>
          <a:noFill/>
        </p:spPr>
        <p:txBody>
          <a:bodyPr wrap="square" rtlCol="0">
            <a:spAutoFit/>
          </a:bodyPr>
          <a:lstStyle/>
          <a:p>
            <a:r>
              <a:rPr lang="en-CA" sz="1200" dirty="0"/>
              <a:t>4.</a:t>
            </a:r>
            <a:endParaRPr lang="en-CA" sz="1200" b="1" dirty="0"/>
          </a:p>
        </p:txBody>
      </p:sp>
      <p:pic>
        <p:nvPicPr>
          <p:cNvPr id="15" name="Picture 14" descr="PANTONE® USA | Pantone COOL-GRAY-10 C">
            <a:extLst>
              <a:ext uri="{FF2B5EF4-FFF2-40B4-BE49-F238E27FC236}">
                <a16:creationId xmlns:a16="http://schemas.microsoft.com/office/drawing/2014/main" id="{F92695DB-7169-C70D-5F1A-1831E04A1EE4}"/>
              </a:ext>
            </a:extLst>
          </p:cNvPr>
          <p:cNvPicPr>
            <a:picLocks noChangeAspect="1"/>
          </p:cNvPicPr>
          <p:nvPr/>
        </p:nvPicPr>
        <p:blipFill>
          <a:blip r:embed="rId6"/>
          <a:stretch>
            <a:fillRect/>
          </a:stretch>
        </p:blipFill>
        <p:spPr>
          <a:xfrm>
            <a:off x="10139788" y="3437724"/>
            <a:ext cx="1762125" cy="2762250"/>
          </a:xfrm>
          <a:prstGeom prst="rect">
            <a:avLst/>
          </a:prstGeom>
        </p:spPr>
      </p:pic>
      <p:sp>
        <p:nvSpPr>
          <p:cNvPr id="16" name="TextBox 15">
            <a:extLst>
              <a:ext uri="{FF2B5EF4-FFF2-40B4-BE49-F238E27FC236}">
                <a16:creationId xmlns:a16="http://schemas.microsoft.com/office/drawing/2014/main" id="{80241A26-63D7-FF33-FFAD-CB36E9936462}"/>
              </a:ext>
            </a:extLst>
          </p:cNvPr>
          <p:cNvSpPr txBox="1"/>
          <p:nvPr/>
        </p:nvSpPr>
        <p:spPr>
          <a:xfrm>
            <a:off x="9792237" y="5553643"/>
            <a:ext cx="5091632" cy="276999"/>
          </a:xfrm>
          <a:prstGeom prst="rect">
            <a:avLst/>
          </a:prstGeom>
          <a:noFill/>
        </p:spPr>
        <p:txBody>
          <a:bodyPr wrap="square" rtlCol="0">
            <a:spAutoFit/>
          </a:bodyPr>
          <a:lstStyle/>
          <a:p>
            <a:r>
              <a:rPr lang="en-CA" sz="1200" dirty="0"/>
              <a:t>5.</a:t>
            </a:r>
            <a:endParaRPr lang="en-CA" sz="1200" b="1" dirty="0"/>
          </a:p>
        </p:txBody>
      </p:sp>
    </p:spTree>
    <p:extLst>
      <p:ext uri="{BB962C8B-B14F-4D97-AF65-F5344CB8AC3E}">
        <p14:creationId xmlns:p14="http://schemas.microsoft.com/office/powerpoint/2010/main" val="2407405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b1e04a8-2da7-4af8-b823-a9d8086dc10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8946BBAAB2DA74FA358C9005F6A137E" ma:contentTypeVersion="9" ma:contentTypeDescription="Create a new document." ma:contentTypeScope="" ma:versionID="b70a1848aa948dc5cf43a3a9a2cff2db">
  <xsd:schema xmlns:xsd="http://www.w3.org/2001/XMLSchema" xmlns:xs="http://www.w3.org/2001/XMLSchema" xmlns:p="http://schemas.microsoft.com/office/2006/metadata/properties" xmlns:ns3="2b1e04a8-2da7-4af8-b823-a9d8086dc10c" targetNamespace="http://schemas.microsoft.com/office/2006/metadata/properties" ma:root="true" ma:fieldsID="222290186b6a1a0c50b2f7e76c5abbd9" ns3:_="">
    <xsd:import namespace="2b1e04a8-2da7-4af8-b823-a9d8086dc10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1e04a8-2da7-4af8-b823-a9d8086dc10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FE4332-DE65-4BE8-880A-F287B43ED543}">
  <ds:schemaRefs>
    <ds:schemaRef ds:uri="http://purl.org/dc/terms/"/>
    <ds:schemaRef ds:uri="http://www.w3.org/XML/1998/namespace"/>
    <ds:schemaRef ds:uri="2b1e04a8-2da7-4af8-b823-a9d8086dc10c"/>
    <ds:schemaRef ds:uri="http://schemas.openxmlformats.org/package/2006/metadata/core-properties"/>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A28D202F-F5C2-4CB3-A308-F77401BB1D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1e04a8-2da7-4af8-b823-a9d8086dc10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704E82-38F1-407D-84FF-4F4E04C4A96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433</TotalTime>
  <Words>870</Words>
  <Application>Microsoft Office PowerPoint</Application>
  <PresentationFormat>Widescreen</PresentationFormat>
  <Paragraphs>69</Paragraphs>
  <Slides>10</Slides>
  <Notes>1</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Kode Mono</vt:lpstr>
      <vt:lpstr>Office Theme</vt:lpstr>
      <vt:lpstr>Concrete Site</vt:lpstr>
      <vt:lpstr>Concept</vt:lpstr>
      <vt:lpstr>PowerPoint Presentation</vt:lpstr>
      <vt:lpstr>Algorithmic Approach</vt:lpstr>
      <vt:lpstr>Context and Influences</vt:lpstr>
      <vt:lpstr>PowerPoint Presentation</vt:lpstr>
      <vt:lpstr>PowerPoint Presentation</vt:lpstr>
      <vt:lpstr>Scope and Feasibility</vt:lpstr>
      <vt:lpstr>Visual / Aesthetic Direction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Philippe Beauchemin</dc:creator>
  <cp:lastModifiedBy>Philippe Beauchemin</cp:lastModifiedBy>
  <cp:revision>1</cp:revision>
  <dcterms:created xsi:type="dcterms:W3CDTF">2026-09-30T03:49:46Z</dcterms:created>
  <dcterms:modified xsi:type="dcterms:W3CDTF">2026-09-30T22:18:53Z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0x01010098946BBAAB2DA74FA358C9005F6A137E</vt:lpwstr>
  </property>
</Properties>
</file>